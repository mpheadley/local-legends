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10287000" cx="18288000"/>
  <p:notesSz cx="6858000" cy="9144000"/>
  <p:embeddedFontLst>
    <p:embeddedFont>
      <p:font typeface="Libre Baskerville"/>
      <p:regular r:id="rId9"/>
      <p:bold r:id="rId10"/>
      <p:italic r:id="rId11"/>
    </p:embeddedFont>
    <p:embeddedFont>
      <p:font typeface="Oswald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4" roundtripDataSignature="AMtx7mh7dJ6+J1A5tqfzR2xfsu8RL10L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ibreBaskerville-italic.fntdata"/><Relationship Id="rId10" Type="http://schemas.openxmlformats.org/officeDocument/2006/relationships/font" Target="fonts/LibreBaskerville-bold.fntdata"/><Relationship Id="rId13" Type="http://schemas.openxmlformats.org/officeDocument/2006/relationships/font" Target="fonts/Oswald-bold.fntdata"/><Relationship Id="rId12" Type="http://schemas.openxmlformats.org/officeDocument/2006/relationships/font" Target="fonts/Oswa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LibreBaskerville-regular.fntdata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22.jpg"/><Relationship Id="rId11" Type="http://schemas.openxmlformats.org/officeDocument/2006/relationships/image" Target="../media/image3.jpg"/><Relationship Id="rId22" Type="http://schemas.openxmlformats.org/officeDocument/2006/relationships/image" Target="../media/image21.jpg"/><Relationship Id="rId10" Type="http://schemas.openxmlformats.org/officeDocument/2006/relationships/image" Target="../media/image1.jpg"/><Relationship Id="rId21" Type="http://schemas.openxmlformats.org/officeDocument/2006/relationships/image" Target="../media/image24.jpg"/><Relationship Id="rId13" Type="http://schemas.openxmlformats.org/officeDocument/2006/relationships/image" Target="../media/image12.jpg"/><Relationship Id="rId24" Type="http://schemas.openxmlformats.org/officeDocument/2006/relationships/image" Target="../media/image14.png"/><Relationship Id="rId12" Type="http://schemas.openxmlformats.org/officeDocument/2006/relationships/image" Target="../media/image2.jpg"/><Relationship Id="rId23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10.png"/><Relationship Id="rId9" Type="http://schemas.openxmlformats.org/officeDocument/2006/relationships/image" Target="../media/image11.jpg"/><Relationship Id="rId15" Type="http://schemas.openxmlformats.org/officeDocument/2006/relationships/image" Target="../media/image35.jpg"/><Relationship Id="rId14" Type="http://schemas.openxmlformats.org/officeDocument/2006/relationships/image" Target="../media/image25.jpg"/><Relationship Id="rId17" Type="http://schemas.openxmlformats.org/officeDocument/2006/relationships/image" Target="../media/image31.jpg"/><Relationship Id="rId16" Type="http://schemas.openxmlformats.org/officeDocument/2006/relationships/image" Target="../media/image19.jpg"/><Relationship Id="rId5" Type="http://schemas.openxmlformats.org/officeDocument/2006/relationships/image" Target="../media/image7.jpg"/><Relationship Id="rId19" Type="http://schemas.openxmlformats.org/officeDocument/2006/relationships/image" Target="../media/image15.jpg"/><Relationship Id="rId6" Type="http://schemas.openxmlformats.org/officeDocument/2006/relationships/image" Target="../media/image5.jpg"/><Relationship Id="rId18" Type="http://schemas.openxmlformats.org/officeDocument/2006/relationships/image" Target="../media/image17.jpg"/><Relationship Id="rId7" Type="http://schemas.openxmlformats.org/officeDocument/2006/relationships/image" Target="../media/image8.jpg"/><Relationship Id="rId8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png"/><Relationship Id="rId4" Type="http://schemas.openxmlformats.org/officeDocument/2006/relationships/image" Target="../media/image20.jpg"/><Relationship Id="rId9" Type="http://schemas.openxmlformats.org/officeDocument/2006/relationships/image" Target="../media/image16.png"/><Relationship Id="rId5" Type="http://schemas.openxmlformats.org/officeDocument/2006/relationships/image" Target="../media/image23.png"/><Relationship Id="rId6" Type="http://schemas.openxmlformats.org/officeDocument/2006/relationships/image" Target="../media/image36.jpg"/><Relationship Id="rId7" Type="http://schemas.openxmlformats.org/officeDocument/2006/relationships/image" Target="../media/image13.png"/><Relationship Id="rId8" Type="http://schemas.openxmlformats.org/officeDocument/2006/relationships/image" Target="../media/image1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Relationship Id="rId9" Type="http://schemas.openxmlformats.org/officeDocument/2006/relationships/image" Target="../media/image34.jpg"/><Relationship Id="rId5" Type="http://schemas.openxmlformats.org/officeDocument/2006/relationships/image" Target="../media/image29.jpg"/><Relationship Id="rId6" Type="http://schemas.openxmlformats.org/officeDocument/2006/relationships/image" Target="../media/image31.jpg"/><Relationship Id="rId7" Type="http://schemas.openxmlformats.org/officeDocument/2006/relationships/image" Target="../media/image32.jpg"/><Relationship Id="rId8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69D8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 rot="-358036">
            <a:off x="11932857" y="6606976"/>
            <a:ext cx="3406174" cy="3572698"/>
            <a:chOff x="0" y="0"/>
            <a:chExt cx="13716000" cy="14386561"/>
          </a:xfrm>
        </p:grpSpPr>
        <p:sp>
          <p:nvSpPr>
            <p:cNvPr id="85" name="Google Shape;85;p1"/>
            <p:cNvSpPr/>
            <p:nvPr/>
          </p:nvSpPr>
          <p:spPr>
            <a:xfrm>
              <a:off x="1430020" y="726440"/>
              <a:ext cx="11457940" cy="10681970"/>
            </a:xfrm>
            <a:custGeom>
              <a:rect b="b" l="l" r="r" t="t"/>
              <a:pathLst>
                <a:path extrusionOk="0" h="10681970" w="11457940">
                  <a:moveTo>
                    <a:pt x="11457940" y="10681970"/>
                  </a:moveTo>
                  <a:lnTo>
                    <a:pt x="0" y="10681970"/>
                  </a:lnTo>
                  <a:lnTo>
                    <a:pt x="0" y="0"/>
                  </a:lnTo>
                  <a:lnTo>
                    <a:pt x="11456669" y="0"/>
                  </a:lnTo>
                  <a:lnTo>
                    <a:pt x="11456669" y="10681970"/>
                  </a:lnTo>
                  <a:lnTo>
                    <a:pt x="11457940" y="1068197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21247" l="0" r="0" t="-21249"/>
              </a:stretch>
            </a:blipFill>
            <a:ln>
              <a:noFill/>
            </a:ln>
          </p:spPr>
        </p:sp>
        <p:sp>
          <p:nvSpPr>
            <p:cNvPr id="86" name="Google Shape;86;p1"/>
            <p:cNvSpPr/>
            <p:nvPr/>
          </p:nvSpPr>
          <p:spPr>
            <a:xfrm>
              <a:off x="0" y="0"/>
              <a:ext cx="13716000" cy="14386561"/>
            </a:xfrm>
            <a:custGeom>
              <a:rect b="b" l="l" r="r" t="t"/>
              <a:pathLst>
                <a:path extrusionOk="0" h="14386561" w="13716000">
                  <a:moveTo>
                    <a:pt x="13716000" y="14386561"/>
                  </a:moveTo>
                  <a:lnTo>
                    <a:pt x="0" y="14386561"/>
                  </a:lnTo>
                  <a:lnTo>
                    <a:pt x="0" y="0"/>
                  </a:lnTo>
                  <a:lnTo>
                    <a:pt x="13716000" y="0"/>
                  </a:lnTo>
                  <a:lnTo>
                    <a:pt x="13716000" y="14386561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411" r="-410" t="0"/>
              </a:stretch>
            </a:blipFill>
            <a:ln>
              <a:noFill/>
            </a:ln>
          </p:spPr>
        </p:sp>
      </p:grpSp>
      <p:grpSp>
        <p:nvGrpSpPr>
          <p:cNvPr id="87" name="Google Shape;87;p1"/>
          <p:cNvGrpSpPr/>
          <p:nvPr/>
        </p:nvGrpSpPr>
        <p:grpSpPr>
          <a:xfrm>
            <a:off x="-1703087" y="3464670"/>
            <a:ext cx="3406174" cy="3572698"/>
            <a:chOff x="0" y="0"/>
            <a:chExt cx="13716000" cy="14386561"/>
          </a:xfrm>
        </p:grpSpPr>
        <p:sp>
          <p:nvSpPr>
            <p:cNvPr id="88" name="Google Shape;88;p1"/>
            <p:cNvSpPr/>
            <p:nvPr/>
          </p:nvSpPr>
          <p:spPr>
            <a:xfrm>
              <a:off x="1430020" y="726440"/>
              <a:ext cx="11457940" cy="10681970"/>
            </a:xfrm>
            <a:custGeom>
              <a:rect b="b" l="l" r="r" t="t"/>
              <a:pathLst>
                <a:path extrusionOk="0" h="10681970" w="11457940">
                  <a:moveTo>
                    <a:pt x="11457940" y="10681970"/>
                  </a:moveTo>
                  <a:lnTo>
                    <a:pt x="0" y="10681970"/>
                  </a:lnTo>
                  <a:lnTo>
                    <a:pt x="0" y="0"/>
                  </a:lnTo>
                  <a:lnTo>
                    <a:pt x="11456669" y="0"/>
                  </a:lnTo>
                  <a:lnTo>
                    <a:pt x="11456669" y="10681970"/>
                  </a:lnTo>
                  <a:lnTo>
                    <a:pt x="11457940" y="1068197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-21247" l="0" r="0" t="-21249"/>
              </a:stretch>
            </a:blipFill>
            <a:ln>
              <a:noFill/>
            </a:ln>
          </p:spPr>
        </p:sp>
        <p:sp>
          <p:nvSpPr>
            <p:cNvPr id="89" name="Google Shape;89;p1"/>
            <p:cNvSpPr/>
            <p:nvPr/>
          </p:nvSpPr>
          <p:spPr>
            <a:xfrm>
              <a:off x="0" y="0"/>
              <a:ext cx="13716000" cy="14386561"/>
            </a:xfrm>
            <a:custGeom>
              <a:rect b="b" l="l" r="r" t="t"/>
              <a:pathLst>
                <a:path extrusionOk="0" h="14386561" w="13716000">
                  <a:moveTo>
                    <a:pt x="13716000" y="14386561"/>
                  </a:moveTo>
                  <a:lnTo>
                    <a:pt x="0" y="14386561"/>
                  </a:lnTo>
                  <a:lnTo>
                    <a:pt x="0" y="0"/>
                  </a:lnTo>
                  <a:lnTo>
                    <a:pt x="13716000" y="0"/>
                  </a:lnTo>
                  <a:lnTo>
                    <a:pt x="13716000" y="14386561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411" r="-410" t="0"/>
              </a:stretch>
            </a:blipFill>
            <a:ln>
              <a:noFill/>
            </a:ln>
          </p:spPr>
        </p:sp>
      </p:grpSp>
      <p:grpSp>
        <p:nvGrpSpPr>
          <p:cNvPr id="90" name="Google Shape;90;p1"/>
          <p:cNvGrpSpPr/>
          <p:nvPr/>
        </p:nvGrpSpPr>
        <p:grpSpPr>
          <a:xfrm>
            <a:off x="-491869" y="6263463"/>
            <a:ext cx="3406174" cy="3572698"/>
            <a:chOff x="0" y="0"/>
            <a:chExt cx="13716000" cy="14386561"/>
          </a:xfrm>
        </p:grpSpPr>
        <p:sp>
          <p:nvSpPr>
            <p:cNvPr id="91" name="Google Shape;91;p1"/>
            <p:cNvSpPr/>
            <p:nvPr/>
          </p:nvSpPr>
          <p:spPr>
            <a:xfrm>
              <a:off x="1430020" y="726440"/>
              <a:ext cx="11457940" cy="10681970"/>
            </a:xfrm>
            <a:custGeom>
              <a:rect b="b" l="l" r="r" t="t"/>
              <a:pathLst>
                <a:path extrusionOk="0" h="10681970" w="11457940">
                  <a:moveTo>
                    <a:pt x="11457940" y="10681970"/>
                  </a:moveTo>
                  <a:lnTo>
                    <a:pt x="0" y="10681970"/>
                  </a:lnTo>
                  <a:lnTo>
                    <a:pt x="0" y="0"/>
                  </a:lnTo>
                  <a:lnTo>
                    <a:pt x="11456669" y="0"/>
                  </a:lnTo>
                  <a:lnTo>
                    <a:pt x="11456669" y="10681970"/>
                  </a:lnTo>
                  <a:lnTo>
                    <a:pt x="11457940" y="1068197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-11925" r="-11924" t="0"/>
              </a:stretch>
            </a:blipFill>
            <a:ln>
              <a:noFill/>
            </a:ln>
          </p:spPr>
        </p:sp>
        <p:sp>
          <p:nvSpPr>
            <p:cNvPr id="92" name="Google Shape;92;p1"/>
            <p:cNvSpPr/>
            <p:nvPr/>
          </p:nvSpPr>
          <p:spPr>
            <a:xfrm>
              <a:off x="0" y="0"/>
              <a:ext cx="13716000" cy="14386561"/>
            </a:xfrm>
            <a:custGeom>
              <a:rect b="b" l="l" r="r" t="t"/>
              <a:pathLst>
                <a:path extrusionOk="0" h="14386561" w="13716000">
                  <a:moveTo>
                    <a:pt x="13716000" y="14386561"/>
                  </a:moveTo>
                  <a:lnTo>
                    <a:pt x="0" y="14386561"/>
                  </a:lnTo>
                  <a:lnTo>
                    <a:pt x="0" y="0"/>
                  </a:lnTo>
                  <a:lnTo>
                    <a:pt x="13716000" y="0"/>
                  </a:lnTo>
                  <a:lnTo>
                    <a:pt x="13716000" y="14386561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411" r="-410" t="0"/>
              </a:stretch>
            </a:blipFill>
            <a:ln>
              <a:noFill/>
            </a:ln>
          </p:spPr>
        </p:sp>
      </p:grpSp>
      <p:grpSp>
        <p:nvGrpSpPr>
          <p:cNvPr id="93" name="Google Shape;93;p1"/>
          <p:cNvGrpSpPr/>
          <p:nvPr/>
        </p:nvGrpSpPr>
        <p:grpSpPr>
          <a:xfrm rot="521758">
            <a:off x="15123616" y="6500420"/>
            <a:ext cx="3406174" cy="3572698"/>
            <a:chOff x="0" y="0"/>
            <a:chExt cx="13716000" cy="14386561"/>
          </a:xfrm>
        </p:grpSpPr>
        <p:sp>
          <p:nvSpPr>
            <p:cNvPr id="94" name="Google Shape;94;p1"/>
            <p:cNvSpPr/>
            <p:nvPr/>
          </p:nvSpPr>
          <p:spPr>
            <a:xfrm>
              <a:off x="1430020" y="726440"/>
              <a:ext cx="11457940" cy="10681970"/>
            </a:xfrm>
            <a:custGeom>
              <a:rect b="b" l="l" r="r" t="t"/>
              <a:pathLst>
                <a:path extrusionOk="0" h="10681970" w="11457940">
                  <a:moveTo>
                    <a:pt x="11457940" y="10681970"/>
                  </a:moveTo>
                  <a:lnTo>
                    <a:pt x="0" y="10681970"/>
                  </a:lnTo>
                  <a:lnTo>
                    <a:pt x="0" y="0"/>
                  </a:lnTo>
                  <a:lnTo>
                    <a:pt x="11456669" y="0"/>
                  </a:lnTo>
                  <a:lnTo>
                    <a:pt x="11456669" y="10681970"/>
                  </a:lnTo>
                  <a:lnTo>
                    <a:pt x="11457940" y="1068197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-12149" r="-12150" t="0"/>
              </a:stretch>
            </a:blipFill>
            <a:ln>
              <a:noFill/>
            </a:ln>
          </p:spPr>
        </p:sp>
        <p:sp>
          <p:nvSpPr>
            <p:cNvPr id="95" name="Google Shape;95;p1"/>
            <p:cNvSpPr/>
            <p:nvPr/>
          </p:nvSpPr>
          <p:spPr>
            <a:xfrm>
              <a:off x="0" y="0"/>
              <a:ext cx="13716000" cy="14386561"/>
            </a:xfrm>
            <a:custGeom>
              <a:rect b="b" l="l" r="r" t="t"/>
              <a:pathLst>
                <a:path extrusionOk="0" h="14386561" w="13716000">
                  <a:moveTo>
                    <a:pt x="13716000" y="14386561"/>
                  </a:moveTo>
                  <a:lnTo>
                    <a:pt x="0" y="14386561"/>
                  </a:lnTo>
                  <a:lnTo>
                    <a:pt x="0" y="0"/>
                  </a:lnTo>
                  <a:lnTo>
                    <a:pt x="13716000" y="0"/>
                  </a:lnTo>
                  <a:lnTo>
                    <a:pt x="13716000" y="14386561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411" r="-410" t="0"/>
              </a:stretch>
            </a:blipFill>
            <a:ln>
              <a:noFill/>
            </a:ln>
          </p:spPr>
        </p:sp>
      </p:grpSp>
      <p:grpSp>
        <p:nvGrpSpPr>
          <p:cNvPr id="96" name="Google Shape;96;p1"/>
          <p:cNvGrpSpPr/>
          <p:nvPr/>
        </p:nvGrpSpPr>
        <p:grpSpPr>
          <a:xfrm rot="-401311">
            <a:off x="-491869" y="436442"/>
            <a:ext cx="3406174" cy="3572698"/>
            <a:chOff x="0" y="0"/>
            <a:chExt cx="13716000" cy="14386561"/>
          </a:xfrm>
        </p:grpSpPr>
        <p:sp>
          <p:nvSpPr>
            <p:cNvPr id="97" name="Google Shape;97;p1"/>
            <p:cNvSpPr/>
            <p:nvPr/>
          </p:nvSpPr>
          <p:spPr>
            <a:xfrm>
              <a:off x="1430020" y="726440"/>
              <a:ext cx="11457940" cy="10681970"/>
            </a:xfrm>
            <a:custGeom>
              <a:rect b="b" l="l" r="r" t="t"/>
              <a:pathLst>
                <a:path extrusionOk="0" h="10681970" w="11457940">
                  <a:moveTo>
                    <a:pt x="11457940" y="10681970"/>
                  </a:moveTo>
                  <a:lnTo>
                    <a:pt x="0" y="10681970"/>
                  </a:lnTo>
                  <a:lnTo>
                    <a:pt x="0" y="0"/>
                  </a:lnTo>
                  <a:lnTo>
                    <a:pt x="11456669" y="0"/>
                  </a:lnTo>
                  <a:lnTo>
                    <a:pt x="11456669" y="10681970"/>
                  </a:lnTo>
                  <a:lnTo>
                    <a:pt x="11457940" y="1068197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-36888" l="0" r="0" t="-6406"/>
              </a:stretch>
            </a:blipFill>
            <a:ln>
              <a:noFill/>
            </a:ln>
          </p:spPr>
        </p:sp>
        <p:sp>
          <p:nvSpPr>
            <p:cNvPr id="98" name="Google Shape;98;p1"/>
            <p:cNvSpPr/>
            <p:nvPr/>
          </p:nvSpPr>
          <p:spPr>
            <a:xfrm>
              <a:off x="0" y="0"/>
              <a:ext cx="13716000" cy="14386561"/>
            </a:xfrm>
            <a:custGeom>
              <a:rect b="b" l="l" r="r" t="t"/>
              <a:pathLst>
                <a:path extrusionOk="0" h="14386561" w="13716000">
                  <a:moveTo>
                    <a:pt x="13716000" y="14386561"/>
                  </a:moveTo>
                  <a:lnTo>
                    <a:pt x="0" y="14386561"/>
                  </a:lnTo>
                  <a:lnTo>
                    <a:pt x="0" y="0"/>
                  </a:lnTo>
                  <a:lnTo>
                    <a:pt x="13716000" y="0"/>
                  </a:lnTo>
                  <a:lnTo>
                    <a:pt x="13716000" y="14386561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411" r="-410" t="0"/>
              </a:stretch>
            </a:blipFill>
            <a:ln>
              <a:noFill/>
            </a:ln>
          </p:spPr>
        </p:sp>
      </p:grpSp>
      <p:grpSp>
        <p:nvGrpSpPr>
          <p:cNvPr id="99" name="Google Shape;99;p1"/>
          <p:cNvGrpSpPr/>
          <p:nvPr/>
        </p:nvGrpSpPr>
        <p:grpSpPr>
          <a:xfrm rot="-135386">
            <a:off x="5577771" y="436442"/>
            <a:ext cx="3406174" cy="3572698"/>
            <a:chOff x="0" y="0"/>
            <a:chExt cx="13716000" cy="14386561"/>
          </a:xfrm>
        </p:grpSpPr>
        <p:sp>
          <p:nvSpPr>
            <p:cNvPr id="100" name="Google Shape;100;p1"/>
            <p:cNvSpPr/>
            <p:nvPr/>
          </p:nvSpPr>
          <p:spPr>
            <a:xfrm>
              <a:off x="1430020" y="726440"/>
              <a:ext cx="11457940" cy="10681970"/>
            </a:xfrm>
            <a:custGeom>
              <a:rect b="b" l="l" r="r" t="t"/>
              <a:pathLst>
                <a:path extrusionOk="0" h="10681970" w="11457940">
                  <a:moveTo>
                    <a:pt x="11457940" y="10681970"/>
                  </a:moveTo>
                  <a:lnTo>
                    <a:pt x="0" y="10681970"/>
                  </a:lnTo>
                  <a:lnTo>
                    <a:pt x="0" y="0"/>
                  </a:lnTo>
                  <a:lnTo>
                    <a:pt x="11456669" y="0"/>
                  </a:lnTo>
                  <a:lnTo>
                    <a:pt x="11456669" y="10681970"/>
                  </a:lnTo>
                  <a:lnTo>
                    <a:pt x="11457940" y="1068197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-11925" r="-11924" t="0"/>
              </a:stretch>
            </a:blipFill>
            <a:ln>
              <a:noFill/>
            </a:ln>
          </p:spPr>
        </p:sp>
        <p:sp>
          <p:nvSpPr>
            <p:cNvPr id="101" name="Google Shape;101;p1"/>
            <p:cNvSpPr/>
            <p:nvPr/>
          </p:nvSpPr>
          <p:spPr>
            <a:xfrm>
              <a:off x="0" y="0"/>
              <a:ext cx="13716000" cy="14386561"/>
            </a:xfrm>
            <a:custGeom>
              <a:rect b="b" l="l" r="r" t="t"/>
              <a:pathLst>
                <a:path extrusionOk="0" h="14386561" w="13716000">
                  <a:moveTo>
                    <a:pt x="13716000" y="14386561"/>
                  </a:moveTo>
                  <a:lnTo>
                    <a:pt x="0" y="14386561"/>
                  </a:lnTo>
                  <a:lnTo>
                    <a:pt x="0" y="0"/>
                  </a:lnTo>
                  <a:lnTo>
                    <a:pt x="13716000" y="0"/>
                  </a:lnTo>
                  <a:lnTo>
                    <a:pt x="13716000" y="14386561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411" r="-410" t="0"/>
              </a:stretch>
            </a:blipFill>
            <a:ln>
              <a:noFill/>
            </a:ln>
          </p:spPr>
        </p:sp>
      </p:grpSp>
      <p:grpSp>
        <p:nvGrpSpPr>
          <p:cNvPr id="102" name="Google Shape;102;p1"/>
          <p:cNvGrpSpPr/>
          <p:nvPr/>
        </p:nvGrpSpPr>
        <p:grpSpPr>
          <a:xfrm>
            <a:off x="4376552" y="3370380"/>
            <a:ext cx="3406174" cy="3572698"/>
            <a:chOff x="0" y="0"/>
            <a:chExt cx="13716000" cy="14386561"/>
          </a:xfrm>
        </p:grpSpPr>
        <p:sp>
          <p:nvSpPr>
            <p:cNvPr id="103" name="Google Shape;103;p1"/>
            <p:cNvSpPr/>
            <p:nvPr/>
          </p:nvSpPr>
          <p:spPr>
            <a:xfrm>
              <a:off x="1430020" y="726440"/>
              <a:ext cx="11457940" cy="10681970"/>
            </a:xfrm>
            <a:custGeom>
              <a:rect b="b" l="l" r="r" t="t"/>
              <a:pathLst>
                <a:path extrusionOk="0" h="10681970" w="11457940">
                  <a:moveTo>
                    <a:pt x="11457940" y="10681970"/>
                  </a:moveTo>
                  <a:lnTo>
                    <a:pt x="0" y="10681970"/>
                  </a:lnTo>
                  <a:lnTo>
                    <a:pt x="0" y="0"/>
                  </a:lnTo>
                  <a:lnTo>
                    <a:pt x="11456669" y="0"/>
                  </a:lnTo>
                  <a:lnTo>
                    <a:pt x="11456669" y="10681970"/>
                  </a:lnTo>
                  <a:lnTo>
                    <a:pt x="11457940" y="10681970"/>
                  </a:ln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 b="0" l="-11891" r="-11891" t="0"/>
              </a:stretch>
            </a:blipFill>
            <a:ln>
              <a:noFill/>
            </a:ln>
          </p:spPr>
        </p:sp>
        <p:sp>
          <p:nvSpPr>
            <p:cNvPr id="104" name="Google Shape;104;p1"/>
            <p:cNvSpPr/>
            <p:nvPr/>
          </p:nvSpPr>
          <p:spPr>
            <a:xfrm>
              <a:off x="0" y="0"/>
              <a:ext cx="13716000" cy="14386561"/>
            </a:xfrm>
            <a:custGeom>
              <a:rect b="b" l="l" r="r" t="t"/>
              <a:pathLst>
                <a:path extrusionOk="0" h="14386561" w="13716000">
                  <a:moveTo>
                    <a:pt x="13716000" y="14386561"/>
                  </a:moveTo>
                  <a:lnTo>
                    <a:pt x="0" y="14386561"/>
                  </a:lnTo>
                  <a:lnTo>
                    <a:pt x="0" y="0"/>
                  </a:lnTo>
                  <a:lnTo>
                    <a:pt x="13716000" y="0"/>
                  </a:lnTo>
                  <a:lnTo>
                    <a:pt x="13716000" y="14386561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411" r="-410" t="0"/>
              </a:stretch>
            </a:blipFill>
            <a:ln>
              <a:noFill/>
            </a:ln>
          </p:spPr>
        </p:sp>
      </p:grpSp>
      <p:grpSp>
        <p:nvGrpSpPr>
          <p:cNvPr id="105" name="Google Shape;105;p1"/>
          <p:cNvGrpSpPr/>
          <p:nvPr/>
        </p:nvGrpSpPr>
        <p:grpSpPr>
          <a:xfrm rot="-329321">
            <a:off x="1042742" y="3370380"/>
            <a:ext cx="3406174" cy="3572698"/>
            <a:chOff x="0" y="0"/>
            <a:chExt cx="13716000" cy="14386561"/>
          </a:xfrm>
        </p:grpSpPr>
        <p:sp>
          <p:nvSpPr>
            <p:cNvPr id="106" name="Google Shape;106;p1"/>
            <p:cNvSpPr/>
            <p:nvPr/>
          </p:nvSpPr>
          <p:spPr>
            <a:xfrm>
              <a:off x="1430020" y="726440"/>
              <a:ext cx="11457940" cy="10681970"/>
            </a:xfrm>
            <a:custGeom>
              <a:rect b="b" l="l" r="r" t="t"/>
              <a:pathLst>
                <a:path extrusionOk="0" h="10681970" w="11457940">
                  <a:moveTo>
                    <a:pt x="11457940" y="10681970"/>
                  </a:moveTo>
                  <a:lnTo>
                    <a:pt x="0" y="10681970"/>
                  </a:lnTo>
                  <a:lnTo>
                    <a:pt x="0" y="0"/>
                  </a:lnTo>
                  <a:lnTo>
                    <a:pt x="11456669" y="0"/>
                  </a:lnTo>
                  <a:lnTo>
                    <a:pt x="11456669" y="10681970"/>
                  </a:lnTo>
                  <a:lnTo>
                    <a:pt x="11457940" y="10681970"/>
                  </a:lnTo>
                  <a:close/>
                </a:path>
              </a:pathLst>
            </a:custGeom>
            <a:blipFill rotWithShape="1">
              <a:blip r:embed="rId11">
                <a:alphaModFix/>
              </a:blip>
              <a:stretch>
                <a:fillRect b="0" l="-20047" r="-20047" t="0"/>
              </a:stretch>
            </a:blipFill>
            <a:ln>
              <a:noFill/>
            </a:ln>
          </p:spPr>
        </p:sp>
        <p:sp>
          <p:nvSpPr>
            <p:cNvPr id="107" name="Google Shape;107;p1"/>
            <p:cNvSpPr/>
            <p:nvPr/>
          </p:nvSpPr>
          <p:spPr>
            <a:xfrm>
              <a:off x="0" y="0"/>
              <a:ext cx="13716000" cy="14386561"/>
            </a:xfrm>
            <a:custGeom>
              <a:rect b="b" l="l" r="r" t="t"/>
              <a:pathLst>
                <a:path extrusionOk="0" h="14386561" w="13716000">
                  <a:moveTo>
                    <a:pt x="13716000" y="14386561"/>
                  </a:moveTo>
                  <a:lnTo>
                    <a:pt x="0" y="14386561"/>
                  </a:lnTo>
                  <a:lnTo>
                    <a:pt x="0" y="0"/>
                  </a:lnTo>
                  <a:lnTo>
                    <a:pt x="13716000" y="0"/>
                  </a:lnTo>
                  <a:lnTo>
                    <a:pt x="13716000" y="14386561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411" r="-410" t="0"/>
              </a:stretch>
            </a:blipFill>
            <a:ln>
              <a:noFill/>
            </a:ln>
          </p:spPr>
        </p:sp>
      </p:grpSp>
      <p:grpSp>
        <p:nvGrpSpPr>
          <p:cNvPr id="108" name="Google Shape;108;p1"/>
          <p:cNvGrpSpPr/>
          <p:nvPr/>
        </p:nvGrpSpPr>
        <p:grpSpPr>
          <a:xfrm rot="-521492">
            <a:off x="2469567" y="622645"/>
            <a:ext cx="3406174" cy="3572698"/>
            <a:chOff x="0" y="0"/>
            <a:chExt cx="13716000" cy="14386561"/>
          </a:xfrm>
        </p:grpSpPr>
        <p:sp>
          <p:nvSpPr>
            <p:cNvPr id="109" name="Google Shape;109;p1"/>
            <p:cNvSpPr/>
            <p:nvPr/>
          </p:nvSpPr>
          <p:spPr>
            <a:xfrm>
              <a:off x="1430020" y="726440"/>
              <a:ext cx="11457940" cy="10681970"/>
            </a:xfrm>
            <a:custGeom>
              <a:rect b="b" l="l" r="r" t="t"/>
              <a:pathLst>
                <a:path extrusionOk="0" h="10681970" w="11457940">
                  <a:moveTo>
                    <a:pt x="11457940" y="10681970"/>
                  </a:moveTo>
                  <a:lnTo>
                    <a:pt x="0" y="10681970"/>
                  </a:lnTo>
                  <a:lnTo>
                    <a:pt x="0" y="0"/>
                  </a:lnTo>
                  <a:lnTo>
                    <a:pt x="11456669" y="0"/>
                  </a:lnTo>
                  <a:lnTo>
                    <a:pt x="11456669" y="10681970"/>
                  </a:lnTo>
                  <a:lnTo>
                    <a:pt x="11457940" y="10681970"/>
                  </a:lnTo>
                  <a:close/>
                </a:path>
              </a:pathLst>
            </a:custGeom>
            <a:blipFill rotWithShape="1">
              <a:blip r:embed="rId12">
                <a:alphaModFix/>
              </a:blip>
              <a:stretch>
                <a:fillRect b="-21508" l="0" r="0" t="-21508"/>
              </a:stretch>
            </a:blipFill>
            <a:ln>
              <a:noFill/>
            </a:ln>
          </p:spPr>
        </p:sp>
        <p:sp>
          <p:nvSpPr>
            <p:cNvPr id="110" name="Google Shape;110;p1"/>
            <p:cNvSpPr/>
            <p:nvPr/>
          </p:nvSpPr>
          <p:spPr>
            <a:xfrm>
              <a:off x="0" y="0"/>
              <a:ext cx="13716000" cy="14386561"/>
            </a:xfrm>
            <a:custGeom>
              <a:rect b="b" l="l" r="r" t="t"/>
              <a:pathLst>
                <a:path extrusionOk="0" h="14386561" w="13716000">
                  <a:moveTo>
                    <a:pt x="13716000" y="14386561"/>
                  </a:moveTo>
                  <a:lnTo>
                    <a:pt x="0" y="14386561"/>
                  </a:lnTo>
                  <a:lnTo>
                    <a:pt x="0" y="0"/>
                  </a:lnTo>
                  <a:lnTo>
                    <a:pt x="13716000" y="0"/>
                  </a:lnTo>
                  <a:lnTo>
                    <a:pt x="13716000" y="14386561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411" r="-410" t="0"/>
              </a:stretch>
            </a:blipFill>
            <a:ln>
              <a:noFill/>
            </a:ln>
          </p:spPr>
        </p:sp>
      </p:grpSp>
      <p:grpSp>
        <p:nvGrpSpPr>
          <p:cNvPr id="111" name="Google Shape;111;p1"/>
          <p:cNvGrpSpPr/>
          <p:nvPr/>
        </p:nvGrpSpPr>
        <p:grpSpPr>
          <a:xfrm>
            <a:off x="5508759" y="6439602"/>
            <a:ext cx="3406174" cy="3572698"/>
            <a:chOff x="0" y="0"/>
            <a:chExt cx="13716000" cy="14386561"/>
          </a:xfrm>
        </p:grpSpPr>
        <p:sp>
          <p:nvSpPr>
            <p:cNvPr id="112" name="Google Shape;112;p1"/>
            <p:cNvSpPr/>
            <p:nvPr/>
          </p:nvSpPr>
          <p:spPr>
            <a:xfrm>
              <a:off x="1430020" y="726440"/>
              <a:ext cx="11457940" cy="10681970"/>
            </a:xfrm>
            <a:custGeom>
              <a:rect b="b" l="l" r="r" t="t"/>
              <a:pathLst>
                <a:path extrusionOk="0" h="10681970" w="11457940">
                  <a:moveTo>
                    <a:pt x="11457940" y="10681970"/>
                  </a:moveTo>
                  <a:lnTo>
                    <a:pt x="0" y="10681970"/>
                  </a:lnTo>
                  <a:lnTo>
                    <a:pt x="0" y="0"/>
                  </a:lnTo>
                  <a:lnTo>
                    <a:pt x="11456669" y="0"/>
                  </a:lnTo>
                  <a:lnTo>
                    <a:pt x="11456669" y="10681970"/>
                  </a:lnTo>
                  <a:lnTo>
                    <a:pt x="11457940" y="1068197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 b="0" l="-12226" r="-12226" t="0"/>
              </a:stretch>
            </a:blipFill>
            <a:ln>
              <a:noFill/>
            </a:ln>
          </p:spPr>
        </p:sp>
        <p:sp>
          <p:nvSpPr>
            <p:cNvPr id="113" name="Google Shape;113;p1"/>
            <p:cNvSpPr/>
            <p:nvPr/>
          </p:nvSpPr>
          <p:spPr>
            <a:xfrm>
              <a:off x="0" y="0"/>
              <a:ext cx="13716000" cy="14386561"/>
            </a:xfrm>
            <a:custGeom>
              <a:rect b="b" l="l" r="r" t="t"/>
              <a:pathLst>
                <a:path extrusionOk="0" h="14386561" w="13716000">
                  <a:moveTo>
                    <a:pt x="13716000" y="14386561"/>
                  </a:moveTo>
                  <a:lnTo>
                    <a:pt x="0" y="14386561"/>
                  </a:lnTo>
                  <a:lnTo>
                    <a:pt x="0" y="0"/>
                  </a:lnTo>
                  <a:lnTo>
                    <a:pt x="13716000" y="0"/>
                  </a:lnTo>
                  <a:lnTo>
                    <a:pt x="13716000" y="14386561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411" r="-410" t="0"/>
              </a:stretch>
            </a:blipFill>
            <a:ln>
              <a:noFill/>
            </a:ln>
          </p:spPr>
        </p:sp>
      </p:grpSp>
      <p:grpSp>
        <p:nvGrpSpPr>
          <p:cNvPr id="114" name="Google Shape;114;p1"/>
          <p:cNvGrpSpPr/>
          <p:nvPr/>
        </p:nvGrpSpPr>
        <p:grpSpPr>
          <a:xfrm rot="488802">
            <a:off x="2469567" y="6263463"/>
            <a:ext cx="3406174" cy="3572698"/>
            <a:chOff x="0" y="0"/>
            <a:chExt cx="13716000" cy="14386561"/>
          </a:xfrm>
        </p:grpSpPr>
        <p:sp>
          <p:nvSpPr>
            <p:cNvPr id="115" name="Google Shape;115;p1"/>
            <p:cNvSpPr/>
            <p:nvPr/>
          </p:nvSpPr>
          <p:spPr>
            <a:xfrm>
              <a:off x="1430020" y="726440"/>
              <a:ext cx="11457940" cy="10681970"/>
            </a:xfrm>
            <a:custGeom>
              <a:rect b="b" l="l" r="r" t="t"/>
              <a:pathLst>
                <a:path extrusionOk="0" h="10681970" w="11457940">
                  <a:moveTo>
                    <a:pt x="11457940" y="10681970"/>
                  </a:moveTo>
                  <a:lnTo>
                    <a:pt x="0" y="10681970"/>
                  </a:lnTo>
                  <a:lnTo>
                    <a:pt x="0" y="0"/>
                  </a:lnTo>
                  <a:lnTo>
                    <a:pt x="11456669" y="0"/>
                  </a:lnTo>
                  <a:lnTo>
                    <a:pt x="11456669" y="10681970"/>
                  </a:lnTo>
                  <a:lnTo>
                    <a:pt x="11457940" y="10681970"/>
                  </a:lnTo>
                  <a:close/>
                </a:path>
              </a:pathLst>
            </a:custGeom>
            <a:blipFill rotWithShape="1">
              <a:blip r:embed="rId14">
                <a:alphaModFix/>
              </a:blip>
              <a:stretch>
                <a:fillRect b="-21508" l="0" r="0" t="-21508"/>
              </a:stretch>
            </a:blipFill>
            <a:ln>
              <a:noFill/>
            </a:ln>
          </p:spPr>
        </p:sp>
        <p:sp>
          <p:nvSpPr>
            <p:cNvPr id="116" name="Google Shape;116;p1"/>
            <p:cNvSpPr/>
            <p:nvPr/>
          </p:nvSpPr>
          <p:spPr>
            <a:xfrm>
              <a:off x="0" y="0"/>
              <a:ext cx="13716000" cy="14386561"/>
            </a:xfrm>
            <a:custGeom>
              <a:rect b="b" l="l" r="r" t="t"/>
              <a:pathLst>
                <a:path extrusionOk="0" h="14386561" w="13716000">
                  <a:moveTo>
                    <a:pt x="13716000" y="14386561"/>
                  </a:moveTo>
                  <a:lnTo>
                    <a:pt x="0" y="14386561"/>
                  </a:lnTo>
                  <a:lnTo>
                    <a:pt x="0" y="0"/>
                  </a:lnTo>
                  <a:lnTo>
                    <a:pt x="13716000" y="0"/>
                  </a:lnTo>
                  <a:lnTo>
                    <a:pt x="13716000" y="14386561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411" r="-410" t="0"/>
              </a:stretch>
            </a:blipFill>
            <a:ln>
              <a:noFill/>
            </a:ln>
          </p:spPr>
        </p:sp>
      </p:grpSp>
      <p:grpSp>
        <p:nvGrpSpPr>
          <p:cNvPr id="117" name="Google Shape;117;p1"/>
          <p:cNvGrpSpPr/>
          <p:nvPr/>
        </p:nvGrpSpPr>
        <p:grpSpPr>
          <a:xfrm rot="860497">
            <a:off x="8730083" y="539287"/>
            <a:ext cx="3406174" cy="3572698"/>
            <a:chOff x="0" y="0"/>
            <a:chExt cx="13716000" cy="14386561"/>
          </a:xfrm>
        </p:grpSpPr>
        <p:sp>
          <p:nvSpPr>
            <p:cNvPr id="118" name="Google Shape;118;p1"/>
            <p:cNvSpPr/>
            <p:nvPr/>
          </p:nvSpPr>
          <p:spPr>
            <a:xfrm>
              <a:off x="1430020" y="726440"/>
              <a:ext cx="11457940" cy="10681970"/>
            </a:xfrm>
            <a:custGeom>
              <a:rect b="b" l="l" r="r" t="t"/>
              <a:pathLst>
                <a:path extrusionOk="0" h="10681970" w="11457940">
                  <a:moveTo>
                    <a:pt x="11457940" y="10681970"/>
                  </a:moveTo>
                  <a:lnTo>
                    <a:pt x="0" y="10681970"/>
                  </a:lnTo>
                  <a:lnTo>
                    <a:pt x="0" y="0"/>
                  </a:lnTo>
                  <a:lnTo>
                    <a:pt x="11456669" y="0"/>
                  </a:lnTo>
                  <a:lnTo>
                    <a:pt x="11456669" y="10681970"/>
                  </a:lnTo>
                  <a:lnTo>
                    <a:pt x="11457940" y="10681970"/>
                  </a:lnTo>
                  <a:close/>
                </a:path>
              </a:pathLst>
            </a:custGeom>
            <a:blipFill rotWithShape="1">
              <a:blip r:embed="rId15">
                <a:alphaModFix/>
              </a:blip>
              <a:stretch>
                <a:fillRect b="0" l="-12149" r="-12150" t="0"/>
              </a:stretch>
            </a:blipFill>
            <a:ln>
              <a:noFill/>
            </a:ln>
          </p:spPr>
        </p:sp>
        <p:sp>
          <p:nvSpPr>
            <p:cNvPr id="119" name="Google Shape;119;p1"/>
            <p:cNvSpPr/>
            <p:nvPr/>
          </p:nvSpPr>
          <p:spPr>
            <a:xfrm>
              <a:off x="0" y="0"/>
              <a:ext cx="13716000" cy="14386561"/>
            </a:xfrm>
            <a:custGeom>
              <a:rect b="b" l="l" r="r" t="t"/>
              <a:pathLst>
                <a:path extrusionOk="0" h="14386561" w="13716000">
                  <a:moveTo>
                    <a:pt x="13716000" y="14386561"/>
                  </a:moveTo>
                  <a:lnTo>
                    <a:pt x="0" y="14386561"/>
                  </a:lnTo>
                  <a:lnTo>
                    <a:pt x="0" y="0"/>
                  </a:lnTo>
                  <a:lnTo>
                    <a:pt x="13716000" y="0"/>
                  </a:lnTo>
                  <a:lnTo>
                    <a:pt x="13716000" y="14386561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411" r="-410" t="0"/>
              </a:stretch>
            </a:blipFill>
            <a:ln>
              <a:noFill/>
            </a:ln>
          </p:spPr>
        </p:sp>
      </p:grpSp>
      <p:grpSp>
        <p:nvGrpSpPr>
          <p:cNvPr id="120" name="Google Shape;120;p1"/>
          <p:cNvGrpSpPr/>
          <p:nvPr/>
        </p:nvGrpSpPr>
        <p:grpSpPr>
          <a:xfrm>
            <a:off x="12109338" y="173098"/>
            <a:ext cx="3406174" cy="3572698"/>
            <a:chOff x="0" y="0"/>
            <a:chExt cx="13716000" cy="14386561"/>
          </a:xfrm>
        </p:grpSpPr>
        <p:sp>
          <p:nvSpPr>
            <p:cNvPr id="121" name="Google Shape;121;p1"/>
            <p:cNvSpPr/>
            <p:nvPr/>
          </p:nvSpPr>
          <p:spPr>
            <a:xfrm>
              <a:off x="1430020" y="726440"/>
              <a:ext cx="11457940" cy="10681970"/>
            </a:xfrm>
            <a:custGeom>
              <a:rect b="b" l="l" r="r" t="t"/>
              <a:pathLst>
                <a:path extrusionOk="0" h="10681970" w="11457940">
                  <a:moveTo>
                    <a:pt x="11457940" y="10681970"/>
                  </a:moveTo>
                  <a:lnTo>
                    <a:pt x="0" y="10681970"/>
                  </a:lnTo>
                  <a:lnTo>
                    <a:pt x="0" y="0"/>
                  </a:lnTo>
                  <a:lnTo>
                    <a:pt x="11456669" y="0"/>
                  </a:lnTo>
                  <a:lnTo>
                    <a:pt x="11456669" y="10681970"/>
                  </a:lnTo>
                  <a:lnTo>
                    <a:pt x="11457940" y="10681970"/>
                  </a:lnTo>
                  <a:close/>
                </a:path>
              </a:pathLst>
            </a:custGeom>
            <a:blipFill rotWithShape="1">
              <a:blip r:embed="rId16">
                <a:alphaModFix/>
              </a:blip>
              <a:stretch>
                <a:fillRect b="-21508" l="0" r="0" t="-21508"/>
              </a:stretch>
            </a:blipFill>
            <a:ln>
              <a:noFill/>
            </a:ln>
          </p:spPr>
        </p:sp>
        <p:sp>
          <p:nvSpPr>
            <p:cNvPr id="122" name="Google Shape;122;p1"/>
            <p:cNvSpPr/>
            <p:nvPr/>
          </p:nvSpPr>
          <p:spPr>
            <a:xfrm>
              <a:off x="0" y="0"/>
              <a:ext cx="13716000" cy="14386561"/>
            </a:xfrm>
            <a:custGeom>
              <a:rect b="b" l="l" r="r" t="t"/>
              <a:pathLst>
                <a:path extrusionOk="0" h="14386561" w="13716000">
                  <a:moveTo>
                    <a:pt x="13716000" y="14386561"/>
                  </a:moveTo>
                  <a:lnTo>
                    <a:pt x="0" y="14386561"/>
                  </a:lnTo>
                  <a:lnTo>
                    <a:pt x="0" y="0"/>
                  </a:lnTo>
                  <a:lnTo>
                    <a:pt x="13716000" y="0"/>
                  </a:lnTo>
                  <a:lnTo>
                    <a:pt x="13716000" y="14386561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411" r="-410" t="0"/>
              </a:stretch>
            </a:blipFill>
            <a:ln>
              <a:noFill/>
            </a:ln>
          </p:spPr>
        </p:sp>
      </p:grpSp>
      <p:grpSp>
        <p:nvGrpSpPr>
          <p:cNvPr id="123" name="Google Shape;123;p1"/>
          <p:cNvGrpSpPr/>
          <p:nvPr/>
        </p:nvGrpSpPr>
        <p:grpSpPr>
          <a:xfrm rot="-551227">
            <a:off x="10822579" y="3215671"/>
            <a:ext cx="3406174" cy="3572698"/>
            <a:chOff x="0" y="0"/>
            <a:chExt cx="13716000" cy="14386561"/>
          </a:xfrm>
        </p:grpSpPr>
        <p:sp>
          <p:nvSpPr>
            <p:cNvPr id="124" name="Google Shape;124;p1"/>
            <p:cNvSpPr/>
            <p:nvPr/>
          </p:nvSpPr>
          <p:spPr>
            <a:xfrm>
              <a:off x="1430020" y="726440"/>
              <a:ext cx="11457940" cy="10681970"/>
            </a:xfrm>
            <a:custGeom>
              <a:rect b="b" l="l" r="r" t="t"/>
              <a:pathLst>
                <a:path extrusionOk="0" h="10681970" w="11457940">
                  <a:moveTo>
                    <a:pt x="11457940" y="10681970"/>
                  </a:moveTo>
                  <a:lnTo>
                    <a:pt x="0" y="10681970"/>
                  </a:lnTo>
                  <a:lnTo>
                    <a:pt x="0" y="0"/>
                  </a:lnTo>
                  <a:lnTo>
                    <a:pt x="11456669" y="0"/>
                  </a:lnTo>
                  <a:lnTo>
                    <a:pt x="11456669" y="10681970"/>
                  </a:lnTo>
                  <a:lnTo>
                    <a:pt x="11457940" y="10681970"/>
                  </a:lnTo>
                  <a:close/>
                </a:path>
              </a:pathLst>
            </a:custGeom>
            <a:blipFill rotWithShape="1">
              <a:blip r:embed="rId17">
                <a:alphaModFix/>
              </a:blip>
              <a:stretch>
                <a:fillRect b="-30647" l="0" r="0" t="-30647"/>
              </a:stretch>
            </a:blipFill>
            <a:ln>
              <a:noFill/>
            </a:ln>
          </p:spPr>
        </p:sp>
        <p:sp>
          <p:nvSpPr>
            <p:cNvPr id="125" name="Google Shape;125;p1"/>
            <p:cNvSpPr/>
            <p:nvPr/>
          </p:nvSpPr>
          <p:spPr>
            <a:xfrm>
              <a:off x="0" y="0"/>
              <a:ext cx="13716000" cy="14386561"/>
            </a:xfrm>
            <a:custGeom>
              <a:rect b="b" l="l" r="r" t="t"/>
              <a:pathLst>
                <a:path extrusionOk="0" h="14386561" w="13716000">
                  <a:moveTo>
                    <a:pt x="13716000" y="14386561"/>
                  </a:moveTo>
                  <a:lnTo>
                    <a:pt x="0" y="14386561"/>
                  </a:lnTo>
                  <a:lnTo>
                    <a:pt x="0" y="0"/>
                  </a:lnTo>
                  <a:lnTo>
                    <a:pt x="13716000" y="0"/>
                  </a:lnTo>
                  <a:lnTo>
                    <a:pt x="13716000" y="14386561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411" r="-410" t="0"/>
              </a:stretch>
            </a:blipFill>
            <a:ln>
              <a:noFill/>
            </a:ln>
          </p:spPr>
        </p:sp>
      </p:grpSp>
      <p:grpSp>
        <p:nvGrpSpPr>
          <p:cNvPr id="126" name="Google Shape;126;p1"/>
          <p:cNvGrpSpPr/>
          <p:nvPr/>
        </p:nvGrpSpPr>
        <p:grpSpPr>
          <a:xfrm rot="390992">
            <a:off x="8789317" y="6539371"/>
            <a:ext cx="3406174" cy="3572698"/>
            <a:chOff x="0" y="0"/>
            <a:chExt cx="13716000" cy="14386561"/>
          </a:xfrm>
        </p:grpSpPr>
        <p:sp>
          <p:nvSpPr>
            <p:cNvPr id="127" name="Google Shape;127;p1"/>
            <p:cNvSpPr/>
            <p:nvPr/>
          </p:nvSpPr>
          <p:spPr>
            <a:xfrm>
              <a:off x="1430020" y="726440"/>
              <a:ext cx="11457940" cy="10681970"/>
            </a:xfrm>
            <a:custGeom>
              <a:rect b="b" l="l" r="r" t="t"/>
              <a:pathLst>
                <a:path extrusionOk="0" h="10681970" w="11457940">
                  <a:moveTo>
                    <a:pt x="11457940" y="10681970"/>
                  </a:moveTo>
                  <a:lnTo>
                    <a:pt x="0" y="10681970"/>
                  </a:lnTo>
                  <a:lnTo>
                    <a:pt x="0" y="0"/>
                  </a:lnTo>
                  <a:lnTo>
                    <a:pt x="11456669" y="0"/>
                  </a:lnTo>
                  <a:lnTo>
                    <a:pt x="11456669" y="10681970"/>
                  </a:lnTo>
                  <a:lnTo>
                    <a:pt x="11457940" y="10681970"/>
                  </a:lnTo>
                  <a:close/>
                </a:path>
              </a:pathLst>
            </a:custGeom>
            <a:blipFill rotWithShape="1">
              <a:blip r:embed="rId18">
                <a:alphaModFix/>
              </a:blip>
              <a:stretch>
                <a:fillRect b="-39603" l="0" r="0" t="-3410"/>
              </a:stretch>
            </a:blipFill>
            <a:ln>
              <a:noFill/>
            </a:ln>
          </p:spPr>
        </p:sp>
        <p:sp>
          <p:nvSpPr>
            <p:cNvPr id="128" name="Google Shape;128;p1"/>
            <p:cNvSpPr/>
            <p:nvPr/>
          </p:nvSpPr>
          <p:spPr>
            <a:xfrm>
              <a:off x="0" y="0"/>
              <a:ext cx="13716000" cy="14386561"/>
            </a:xfrm>
            <a:custGeom>
              <a:rect b="b" l="l" r="r" t="t"/>
              <a:pathLst>
                <a:path extrusionOk="0" h="14386561" w="13716000">
                  <a:moveTo>
                    <a:pt x="13716000" y="14386561"/>
                  </a:moveTo>
                  <a:lnTo>
                    <a:pt x="0" y="14386561"/>
                  </a:lnTo>
                  <a:lnTo>
                    <a:pt x="0" y="0"/>
                  </a:lnTo>
                  <a:lnTo>
                    <a:pt x="13716000" y="0"/>
                  </a:lnTo>
                  <a:lnTo>
                    <a:pt x="13716000" y="14386561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411" r="-410" t="0"/>
              </a:stretch>
            </a:blipFill>
            <a:ln>
              <a:noFill/>
            </a:ln>
          </p:spPr>
        </p:sp>
      </p:grpSp>
      <p:grpSp>
        <p:nvGrpSpPr>
          <p:cNvPr id="129" name="Google Shape;129;p1"/>
          <p:cNvGrpSpPr/>
          <p:nvPr/>
        </p:nvGrpSpPr>
        <p:grpSpPr>
          <a:xfrm>
            <a:off x="7578069" y="3215671"/>
            <a:ext cx="3406174" cy="3572698"/>
            <a:chOff x="0" y="0"/>
            <a:chExt cx="13716000" cy="14386561"/>
          </a:xfrm>
        </p:grpSpPr>
        <p:sp>
          <p:nvSpPr>
            <p:cNvPr id="130" name="Google Shape;130;p1"/>
            <p:cNvSpPr/>
            <p:nvPr/>
          </p:nvSpPr>
          <p:spPr>
            <a:xfrm>
              <a:off x="1430020" y="726440"/>
              <a:ext cx="11457940" cy="10681970"/>
            </a:xfrm>
            <a:custGeom>
              <a:rect b="b" l="l" r="r" t="t"/>
              <a:pathLst>
                <a:path extrusionOk="0" h="10681970" w="11457940">
                  <a:moveTo>
                    <a:pt x="11457940" y="10681970"/>
                  </a:moveTo>
                  <a:lnTo>
                    <a:pt x="0" y="10681970"/>
                  </a:lnTo>
                  <a:lnTo>
                    <a:pt x="0" y="0"/>
                  </a:lnTo>
                  <a:lnTo>
                    <a:pt x="11456669" y="0"/>
                  </a:lnTo>
                  <a:lnTo>
                    <a:pt x="11456669" y="10681970"/>
                  </a:lnTo>
                  <a:lnTo>
                    <a:pt x="11457940" y="10681970"/>
                  </a:lnTo>
                  <a:close/>
                </a:path>
              </a:pathLst>
            </a:custGeom>
            <a:blipFill rotWithShape="1">
              <a:blip r:embed="rId19">
                <a:alphaModFix/>
              </a:blip>
              <a:stretch>
                <a:fillRect b="-21594" l="0" r="0" t="-21594"/>
              </a:stretch>
            </a:blipFill>
            <a:ln>
              <a:noFill/>
            </a:ln>
          </p:spPr>
        </p:sp>
        <p:sp>
          <p:nvSpPr>
            <p:cNvPr id="131" name="Google Shape;131;p1"/>
            <p:cNvSpPr/>
            <p:nvPr/>
          </p:nvSpPr>
          <p:spPr>
            <a:xfrm>
              <a:off x="0" y="0"/>
              <a:ext cx="13716000" cy="14386561"/>
            </a:xfrm>
            <a:custGeom>
              <a:rect b="b" l="l" r="r" t="t"/>
              <a:pathLst>
                <a:path extrusionOk="0" h="14386561" w="13716000">
                  <a:moveTo>
                    <a:pt x="13716000" y="14386561"/>
                  </a:moveTo>
                  <a:lnTo>
                    <a:pt x="0" y="14386561"/>
                  </a:lnTo>
                  <a:lnTo>
                    <a:pt x="0" y="0"/>
                  </a:lnTo>
                  <a:lnTo>
                    <a:pt x="13716000" y="0"/>
                  </a:lnTo>
                  <a:lnTo>
                    <a:pt x="13716000" y="14386561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411" r="-410" t="0"/>
              </a:stretch>
            </a:blipFill>
            <a:ln>
              <a:noFill/>
            </a:ln>
          </p:spPr>
        </p:sp>
      </p:grpSp>
      <p:grpSp>
        <p:nvGrpSpPr>
          <p:cNvPr id="132" name="Google Shape;132;p1"/>
          <p:cNvGrpSpPr/>
          <p:nvPr/>
        </p:nvGrpSpPr>
        <p:grpSpPr>
          <a:xfrm>
            <a:off x="15515512" y="274699"/>
            <a:ext cx="3406174" cy="3572698"/>
            <a:chOff x="0" y="0"/>
            <a:chExt cx="13716000" cy="14386561"/>
          </a:xfrm>
        </p:grpSpPr>
        <p:sp>
          <p:nvSpPr>
            <p:cNvPr id="133" name="Google Shape;133;p1"/>
            <p:cNvSpPr/>
            <p:nvPr/>
          </p:nvSpPr>
          <p:spPr>
            <a:xfrm>
              <a:off x="1430020" y="726440"/>
              <a:ext cx="11457940" cy="10681970"/>
            </a:xfrm>
            <a:custGeom>
              <a:rect b="b" l="l" r="r" t="t"/>
              <a:pathLst>
                <a:path extrusionOk="0" h="10681970" w="11457940">
                  <a:moveTo>
                    <a:pt x="11457940" y="10681970"/>
                  </a:moveTo>
                  <a:lnTo>
                    <a:pt x="0" y="10681970"/>
                  </a:lnTo>
                  <a:lnTo>
                    <a:pt x="0" y="0"/>
                  </a:lnTo>
                  <a:lnTo>
                    <a:pt x="11456669" y="0"/>
                  </a:lnTo>
                  <a:lnTo>
                    <a:pt x="11456669" y="10681970"/>
                  </a:lnTo>
                  <a:lnTo>
                    <a:pt x="11457940" y="10681970"/>
                  </a:lnTo>
                  <a:close/>
                </a:path>
              </a:pathLst>
            </a:custGeom>
            <a:blipFill rotWithShape="1">
              <a:blip r:embed="rId20">
                <a:alphaModFix/>
              </a:blip>
              <a:stretch>
                <a:fillRect b="0" l="-12149" r="-12150" t="0"/>
              </a:stretch>
            </a:blipFill>
            <a:ln>
              <a:noFill/>
            </a:ln>
          </p:spPr>
        </p:sp>
        <p:sp>
          <p:nvSpPr>
            <p:cNvPr id="134" name="Google Shape;134;p1"/>
            <p:cNvSpPr/>
            <p:nvPr/>
          </p:nvSpPr>
          <p:spPr>
            <a:xfrm>
              <a:off x="0" y="0"/>
              <a:ext cx="13716000" cy="14386561"/>
            </a:xfrm>
            <a:custGeom>
              <a:rect b="b" l="l" r="r" t="t"/>
              <a:pathLst>
                <a:path extrusionOk="0" h="14386561" w="13716000">
                  <a:moveTo>
                    <a:pt x="13716000" y="14386561"/>
                  </a:moveTo>
                  <a:lnTo>
                    <a:pt x="0" y="14386561"/>
                  </a:lnTo>
                  <a:lnTo>
                    <a:pt x="0" y="0"/>
                  </a:lnTo>
                  <a:lnTo>
                    <a:pt x="13716000" y="0"/>
                  </a:lnTo>
                  <a:lnTo>
                    <a:pt x="13716000" y="14386561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411" r="-410" t="0"/>
              </a:stretch>
            </a:blipFill>
            <a:ln>
              <a:noFill/>
            </a:ln>
          </p:spPr>
        </p:sp>
      </p:grpSp>
      <p:grpSp>
        <p:nvGrpSpPr>
          <p:cNvPr id="135" name="Google Shape;135;p1"/>
          <p:cNvGrpSpPr/>
          <p:nvPr/>
        </p:nvGrpSpPr>
        <p:grpSpPr>
          <a:xfrm>
            <a:off x="13812425" y="2966673"/>
            <a:ext cx="3406174" cy="3572698"/>
            <a:chOff x="0" y="0"/>
            <a:chExt cx="13716000" cy="14386561"/>
          </a:xfrm>
        </p:grpSpPr>
        <p:sp>
          <p:nvSpPr>
            <p:cNvPr id="136" name="Google Shape;136;p1"/>
            <p:cNvSpPr/>
            <p:nvPr/>
          </p:nvSpPr>
          <p:spPr>
            <a:xfrm>
              <a:off x="1430020" y="726440"/>
              <a:ext cx="11457940" cy="10681970"/>
            </a:xfrm>
            <a:custGeom>
              <a:rect b="b" l="l" r="r" t="t"/>
              <a:pathLst>
                <a:path extrusionOk="0" h="10681970" w="11457940">
                  <a:moveTo>
                    <a:pt x="11457940" y="10681970"/>
                  </a:moveTo>
                  <a:lnTo>
                    <a:pt x="0" y="10681970"/>
                  </a:lnTo>
                  <a:lnTo>
                    <a:pt x="0" y="0"/>
                  </a:lnTo>
                  <a:lnTo>
                    <a:pt x="11456669" y="0"/>
                  </a:lnTo>
                  <a:lnTo>
                    <a:pt x="11456669" y="10681970"/>
                  </a:lnTo>
                  <a:lnTo>
                    <a:pt x="11457940" y="10681970"/>
                  </a:lnTo>
                  <a:close/>
                </a:path>
              </a:pathLst>
            </a:custGeom>
            <a:blipFill rotWithShape="1">
              <a:blip r:embed="rId21">
                <a:alphaModFix/>
              </a:blip>
              <a:stretch>
                <a:fillRect b="-30592" l="0" r="0" t="-30591"/>
              </a:stretch>
            </a:blipFill>
            <a:ln>
              <a:noFill/>
            </a:ln>
          </p:spPr>
        </p:sp>
        <p:sp>
          <p:nvSpPr>
            <p:cNvPr id="137" name="Google Shape;137;p1"/>
            <p:cNvSpPr/>
            <p:nvPr/>
          </p:nvSpPr>
          <p:spPr>
            <a:xfrm>
              <a:off x="0" y="0"/>
              <a:ext cx="13716000" cy="14386561"/>
            </a:xfrm>
            <a:custGeom>
              <a:rect b="b" l="l" r="r" t="t"/>
              <a:pathLst>
                <a:path extrusionOk="0" h="14386561" w="13716000">
                  <a:moveTo>
                    <a:pt x="13716000" y="14386561"/>
                  </a:moveTo>
                  <a:lnTo>
                    <a:pt x="0" y="14386561"/>
                  </a:lnTo>
                  <a:lnTo>
                    <a:pt x="0" y="0"/>
                  </a:lnTo>
                  <a:lnTo>
                    <a:pt x="13716000" y="0"/>
                  </a:lnTo>
                  <a:lnTo>
                    <a:pt x="13716000" y="14386561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411" r="-410" t="0"/>
              </a:stretch>
            </a:blipFill>
            <a:ln>
              <a:noFill/>
            </a:ln>
          </p:spPr>
        </p:sp>
      </p:grpSp>
      <p:grpSp>
        <p:nvGrpSpPr>
          <p:cNvPr id="138" name="Google Shape;138;p1"/>
          <p:cNvGrpSpPr/>
          <p:nvPr/>
        </p:nvGrpSpPr>
        <p:grpSpPr>
          <a:xfrm rot="493270">
            <a:off x="16182074" y="3191848"/>
            <a:ext cx="3406174" cy="3572698"/>
            <a:chOff x="0" y="0"/>
            <a:chExt cx="13716000" cy="14386561"/>
          </a:xfrm>
        </p:grpSpPr>
        <p:sp>
          <p:nvSpPr>
            <p:cNvPr id="139" name="Google Shape;139;p1"/>
            <p:cNvSpPr/>
            <p:nvPr/>
          </p:nvSpPr>
          <p:spPr>
            <a:xfrm>
              <a:off x="1430020" y="726440"/>
              <a:ext cx="11457940" cy="10681970"/>
            </a:xfrm>
            <a:custGeom>
              <a:rect b="b" l="l" r="r" t="t"/>
              <a:pathLst>
                <a:path extrusionOk="0" h="10681970" w="11457940">
                  <a:moveTo>
                    <a:pt x="11457940" y="10681970"/>
                  </a:moveTo>
                  <a:lnTo>
                    <a:pt x="0" y="10681970"/>
                  </a:lnTo>
                  <a:lnTo>
                    <a:pt x="0" y="0"/>
                  </a:lnTo>
                  <a:lnTo>
                    <a:pt x="11456669" y="0"/>
                  </a:lnTo>
                  <a:lnTo>
                    <a:pt x="11456669" y="10681970"/>
                  </a:lnTo>
                  <a:lnTo>
                    <a:pt x="11457940" y="10681970"/>
                  </a:lnTo>
                  <a:close/>
                </a:path>
              </a:pathLst>
            </a:custGeom>
            <a:blipFill rotWithShape="1">
              <a:blip r:embed="rId22">
                <a:alphaModFix/>
              </a:blip>
              <a:stretch>
                <a:fillRect b="-21508" l="0" r="0" t="-21508"/>
              </a:stretch>
            </a:blipFill>
            <a:ln>
              <a:noFill/>
            </a:ln>
          </p:spPr>
        </p:sp>
        <p:sp>
          <p:nvSpPr>
            <p:cNvPr id="140" name="Google Shape;140;p1"/>
            <p:cNvSpPr/>
            <p:nvPr/>
          </p:nvSpPr>
          <p:spPr>
            <a:xfrm>
              <a:off x="0" y="0"/>
              <a:ext cx="13716000" cy="14386561"/>
            </a:xfrm>
            <a:custGeom>
              <a:rect b="b" l="l" r="r" t="t"/>
              <a:pathLst>
                <a:path extrusionOk="0" h="14386561" w="13716000">
                  <a:moveTo>
                    <a:pt x="13716000" y="14386561"/>
                  </a:moveTo>
                  <a:lnTo>
                    <a:pt x="0" y="14386561"/>
                  </a:lnTo>
                  <a:lnTo>
                    <a:pt x="0" y="0"/>
                  </a:lnTo>
                  <a:lnTo>
                    <a:pt x="13716000" y="0"/>
                  </a:lnTo>
                  <a:lnTo>
                    <a:pt x="13716000" y="14386561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411" r="-410" t="0"/>
              </a:stretch>
            </a:blipFill>
            <a:ln>
              <a:noFill/>
            </a:ln>
          </p:spPr>
        </p:sp>
      </p:grpSp>
      <p:sp>
        <p:nvSpPr>
          <p:cNvPr id="141" name="Google Shape;141;p1"/>
          <p:cNvSpPr/>
          <p:nvPr/>
        </p:nvSpPr>
        <p:spPr>
          <a:xfrm flipH="1">
            <a:off x="7044211" y="5251019"/>
            <a:ext cx="4446397" cy="2616629"/>
          </a:xfrm>
          <a:custGeom>
            <a:rect b="b" l="l" r="r" t="t"/>
            <a:pathLst>
              <a:path extrusionOk="0" h="2616629" w="4446397">
                <a:moveTo>
                  <a:pt x="4446396" y="0"/>
                </a:moveTo>
                <a:lnTo>
                  <a:pt x="0" y="0"/>
                </a:lnTo>
                <a:lnTo>
                  <a:pt x="0" y="2616629"/>
                </a:lnTo>
                <a:lnTo>
                  <a:pt x="4446396" y="2616629"/>
                </a:lnTo>
                <a:lnTo>
                  <a:pt x="4446396" y="0"/>
                </a:lnTo>
                <a:close/>
              </a:path>
            </a:pathLst>
          </a:custGeom>
          <a:blipFill rotWithShape="1">
            <a:blip r:embed="rId23">
              <a:alphaModFix/>
            </a:blip>
            <a:stretch>
              <a:fillRect b="0" l="-72868" r="-73600" t="0"/>
            </a:stretch>
          </a:blipFill>
          <a:ln>
            <a:noFill/>
          </a:ln>
        </p:spPr>
      </p:sp>
      <p:sp>
        <p:nvSpPr>
          <p:cNvPr id="142" name="Google Shape;142;p1"/>
          <p:cNvSpPr/>
          <p:nvPr/>
        </p:nvSpPr>
        <p:spPr>
          <a:xfrm>
            <a:off x="6879449" y="5502827"/>
            <a:ext cx="4803413" cy="2701920"/>
          </a:xfrm>
          <a:custGeom>
            <a:rect b="b" l="l" r="r" t="t"/>
            <a:pathLst>
              <a:path extrusionOk="0" h="2701920" w="4803413">
                <a:moveTo>
                  <a:pt x="0" y="0"/>
                </a:moveTo>
                <a:lnTo>
                  <a:pt x="4803413" y="0"/>
                </a:lnTo>
                <a:lnTo>
                  <a:pt x="4803413" y="2701919"/>
                </a:lnTo>
                <a:lnTo>
                  <a:pt x="0" y="27019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4">
              <a:alphaModFix/>
            </a:blip>
            <a:stretch>
              <a:fillRect b="-38883" l="0" r="0" t="-38885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2"/>
          <p:cNvGrpSpPr/>
          <p:nvPr/>
        </p:nvGrpSpPr>
        <p:grpSpPr>
          <a:xfrm>
            <a:off x="-1" y="-835003"/>
            <a:ext cx="22266070" cy="12417045"/>
            <a:chOff x="5590967" y="148300"/>
            <a:chExt cx="29688093" cy="18555058"/>
          </a:xfrm>
        </p:grpSpPr>
        <p:sp>
          <p:nvSpPr>
            <p:cNvPr id="148" name="Google Shape;148;p2"/>
            <p:cNvSpPr/>
            <p:nvPr/>
          </p:nvSpPr>
          <p:spPr>
            <a:xfrm>
              <a:off x="5590967" y="148300"/>
              <a:ext cx="29688093" cy="18555058"/>
            </a:xfrm>
            <a:custGeom>
              <a:rect b="b" l="l" r="r" t="t"/>
              <a:pathLst>
                <a:path extrusionOk="0" h="18555058" w="29688093">
                  <a:moveTo>
                    <a:pt x="0" y="0"/>
                  </a:moveTo>
                  <a:lnTo>
                    <a:pt x="29688093" y="0"/>
                  </a:lnTo>
                  <a:lnTo>
                    <a:pt x="29688093" y="18555058"/>
                  </a:lnTo>
                  <a:lnTo>
                    <a:pt x="0" y="185550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49" name="Google Shape;149;p2"/>
            <p:cNvSpPr/>
            <p:nvPr/>
          </p:nvSpPr>
          <p:spPr>
            <a:xfrm>
              <a:off x="23618994" y="1217092"/>
              <a:ext cx="6351419" cy="4763565"/>
            </a:xfrm>
            <a:custGeom>
              <a:rect b="b" l="l" r="r" t="t"/>
              <a:pathLst>
                <a:path extrusionOk="0" h="4763565" w="6351419">
                  <a:moveTo>
                    <a:pt x="0" y="0"/>
                  </a:moveTo>
                  <a:lnTo>
                    <a:pt x="6351419" y="0"/>
                  </a:lnTo>
                  <a:lnTo>
                    <a:pt x="6351419" y="4763564"/>
                  </a:lnTo>
                  <a:lnTo>
                    <a:pt x="0" y="476356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50" name="Google Shape;150;p2"/>
            <p:cNvSpPr txBox="1"/>
            <p:nvPr/>
          </p:nvSpPr>
          <p:spPr>
            <a:xfrm>
              <a:off x="28368597" y="2633501"/>
              <a:ext cx="86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7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63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TRAIL SHOP</a:t>
              </a:r>
              <a:endParaRPr/>
            </a:p>
          </p:txBody>
        </p:sp>
        <p:grpSp>
          <p:nvGrpSpPr>
            <p:cNvPr id="151" name="Google Shape;151;p2"/>
            <p:cNvGrpSpPr/>
            <p:nvPr/>
          </p:nvGrpSpPr>
          <p:grpSpPr>
            <a:xfrm>
              <a:off x="10451988" y="1071502"/>
              <a:ext cx="13159585" cy="3981321"/>
              <a:chOff x="0" y="-28575"/>
              <a:chExt cx="2582831" cy="781414"/>
            </a:xfrm>
          </p:grpSpPr>
          <p:sp>
            <p:nvSpPr>
              <p:cNvPr id="152" name="Google Shape;152;p2"/>
              <p:cNvSpPr/>
              <p:nvPr/>
            </p:nvSpPr>
            <p:spPr>
              <a:xfrm>
                <a:off x="0" y="0"/>
                <a:ext cx="2582831" cy="752839"/>
              </a:xfrm>
              <a:custGeom>
                <a:rect b="b" l="l" r="r" t="t"/>
                <a:pathLst>
                  <a:path extrusionOk="0" h="752839" w="2582831">
                    <a:moveTo>
                      <a:pt x="0" y="0"/>
                    </a:moveTo>
                    <a:lnTo>
                      <a:pt x="2582831" y="0"/>
                    </a:lnTo>
                    <a:lnTo>
                      <a:pt x="2582831" y="752839"/>
                    </a:lnTo>
                    <a:lnTo>
                      <a:pt x="0" y="752839"/>
                    </a:lnTo>
                    <a:close/>
                  </a:path>
                </a:pathLst>
              </a:custGeom>
              <a:solidFill>
                <a:srgbClr val="B2D2F2"/>
              </a:solidFill>
              <a:ln>
                <a:noFill/>
              </a:ln>
            </p:spPr>
          </p:sp>
          <p:sp>
            <p:nvSpPr>
              <p:cNvPr id="153" name="Google Shape;153;p2"/>
              <p:cNvSpPr txBox="1"/>
              <p:nvPr/>
            </p:nvSpPr>
            <p:spPr>
              <a:xfrm>
                <a:off x="0" y="-28575"/>
                <a:ext cx="2582831" cy="7814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4775" lIns="34775" spcFirstLastPara="1" rIns="34775" wrap="square" tIns="34775">
                <a:noAutofit/>
              </a:bodyPr>
              <a:lstStyle/>
              <a:p>
                <a:pPr indent="0" lvl="0" marL="0" marR="0" rtl="0" algn="ctr">
                  <a:lnSpc>
                    <a:spcPct val="112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4" name="Google Shape;154;p2"/>
            <p:cNvGrpSpPr/>
            <p:nvPr/>
          </p:nvGrpSpPr>
          <p:grpSpPr>
            <a:xfrm rot="2116840">
              <a:off x="12096822" y="10215107"/>
              <a:ext cx="2396702" cy="990151"/>
              <a:chOff x="0" y="0"/>
              <a:chExt cx="1127044" cy="465616"/>
            </a:xfrm>
          </p:grpSpPr>
          <p:sp>
            <p:nvSpPr>
              <p:cNvPr id="155" name="Google Shape;155;p2"/>
              <p:cNvSpPr/>
              <p:nvPr/>
            </p:nvSpPr>
            <p:spPr>
              <a:xfrm>
                <a:off x="0" y="0"/>
                <a:ext cx="1127044" cy="465616"/>
              </a:xfrm>
              <a:custGeom>
                <a:rect b="b" l="l" r="r" t="t"/>
                <a:pathLst>
                  <a:path extrusionOk="0" h="465616" w="1127044">
                    <a:moveTo>
                      <a:pt x="563522" y="0"/>
                    </a:moveTo>
                    <a:cubicBezTo>
                      <a:pt x="252297" y="0"/>
                      <a:pt x="0" y="104232"/>
                      <a:pt x="0" y="232808"/>
                    </a:cubicBezTo>
                    <a:cubicBezTo>
                      <a:pt x="0" y="361385"/>
                      <a:pt x="252297" y="465616"/>
                      <a:pt x="563522" y="465616"/>
                    </a:cubicBezTo>
                    <a:cubicBezTo>
                      <a:pt x="874746" y="465616"/>
                      <a:pt x="1127044" y="361385"/>
                      <a:pt x="1127044" y="232808"/>
                    </a:cubicBezTo>
                    <a:cubicBezTo>
                      <a:pt x="1127044" y="104232"/>
                      <a:pt x="874746" y="0"/>
                      <a:pt x="563522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19050">
                <a:solidFill>
                  <a:srgbClr val="E7191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2"/>
              <p:cNvSpPr txBox="1"/>
              <p:nvPr/>
            </p:nvSpPr>
            <p:spPr>
              <a:xfrm>
                <a:off x="105660" y="15077"/>
                <a:ext cx="915723" cy="406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4775" lIns="34775" spcFirstLastPara="1" rIns="34775" wrap="square" tIns="34775">
                <a:noAutofit/>
              </a:bodyPr>
              <a:lstStyle/>
              <a:p>
                <a:pPr indent="0" lvl="0" marL="0" marR="0" rtl="0" algn="ctr">
                  <a:lnSpc>
                    <a:spcPct val="112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57" name="Google Shape;157;p2"/>
            <p:cNvCxnSpPr/>
            <p:nvPr/>
          </p:nvCxnSpPr>
          <p:spPr>
            <a:xfrm>
              <a:off x="13852555" y="5247598"/>
              <a:ext cx="9759018" cy="0"/>
            </a:xfrm>
            <a:prstGeom prst="straightConnector1">
              <a:avLst/>
            </a:prstGeom>
            <a:noFill/>
            <a:ln cap="flat" cmpd="sng" w="12700">
              <a:solidFill>
                <a:srgbClr val="E7191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58" name="Google Shape;158;p2"/>
            <p:cNvCxnSpPr/>
            <p:nvPr/>
          </p:nvCxnSpPr>
          <p:spPr>
            <a:xfrm flipH="1">
              <a:off x="13843859" y="5247598"/>
              <a:ext cx="8696" cy="5268467"/>
            </a:xfrm>
            <a:prstGeom prst="straightConnector1">
              <a:avLst/>
            </a:prstGeom>
            <a:noFill/>
            <a:ln cap="rnd" cmpd="sng" w="12700">
              <a:solidFill>
                <a:srgbClr val="E7191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9" name="Google Shape;159;p2"/>
            <p:cNvSpPr/>
            <p:nvPr/>
          </p:nvSpPr>
          <p:spPr>
            <a:xfrm>
              <a:off x="23404363" y="5092093"/>
              <a:ext cx="207211" cy="311010"/>
            </a:xfrm>
            <a:custGeom>
              <a:rect b="b" l="l" r="r" t="t"/>
              <a:pathLst>
                <a:path extrusionOk="0" h="311010" w="207211">
                  <a:moveTo>
                    <a:pt x="0" y="0"/>
                  </a:moveTo>
                  <a:lnTo>
                    <a:pt x="207210" y="0"/>
                  </a:lnTo>
                  <a:lnTo>
                    <a:pt x="207210" y="311010"/>
                  </a:lnTo>
                  <a:lnTo>
                    <a:pt x="0" y="3110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0" name="Google Shape;160;p2"/>
            <p:cNvSpPr/>
            <p:nvPr/>
          </p:nvSpPr>
          <p:spPr>
            <a:xfrm>
              <a:off x="23623534" y="10257644"/>
              <a:ext cx="6351419" cy="4763565"/>
            </a:xfrm>
            <a:custGeom>
              <a:rect b="b" l="l" r="r" t="t"/>
              <a:pathLst>
                <a:path extrusionOk="0" h="4763565" w="6351419">
                  <a:moveTo>
                    <a:pt x="0" y="0"/>
                  </a:moveTo>
                  <a:lnTo>
                    <a:pt x="6351419" y="0"/>
                  </a:lnTo>
                  <a:lnTo>
                    <a:pt x="6351419" y="4763565"/>
                  </a:lnTo>
                  <a:lnTo>
                    <a:pt x="0" y="476356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1" name="Google Shape;161;p2"/>
            <p:cNvSpPr/>
            <p:nvPr/>
          </p:nvSpPr>
          <p:spPr>
            <a:xfrm rot="253885">
              <a:off x="25292931" y="12876604"/>
              <a:ext cx="1455170" cy="1440012"/>
            </a:xfrm>
            <a:custGeom>
              <a:rect b="b" l="l" r="r" t="t"/>
              <a:pathLst>
                <a:path extrusionOk="0" h="1440012" w="1455170">
                  <a:moveTo>
                    <a:pt x="0" y="0"/>
                  </a:moveTo>
                  <a:lnTo>
                    <a:pt x="1455170" y="0"/>
                  </a:lnTo>
                  <a:lnTo>
                    <a:pt x="1455170" y="1440012"/>
                  </a:lnTo>
                  <a:lnTo>
                    <a:pt x="0" y="144001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162" name="Google Shape;162;p2"/>
            <p:cNvCxnSpPr/>
            <p:nvPr/>
          </p:nvCxnSpPr>
          <p:spPr>
            <a:xfrm>
              <a:off x="26644701" y="10829446"/>
              <a:ext cx="520266" cy="1360147"/>
            </a:xfrm>
            <a:prstGeom prst="straightConnector1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63" name="Google Shape;163;p2"/>
            <p:cNvSpPr txBox="1"/>
            <p:nvPr/>
          </p:nvSpPr>
          <p:spPr>
            <a:xfrm>
              <a:off x="25534443" y="10549913"/>
              <a:ext cx="1761300" cy="47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9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58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HEADLEY FLOWER FARM</a:t>
              </a: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23618994" y="5490674"/>
              <a:ext cx="6355960" cy="4766970"/>
            </a:xfrm>
            <a:custGeom>
              <a:rect b="b" l="l" r="r" t="t"/>
              <a:pathLst>
                <a:path extrusionOk="0" h="4766970" w="6355960">
                  <a:moveTo>
                    <a:pt x="0" y="0"/>
                  </a:moveTo>
                  <a:lnTo>
                    <a:pt x="6355959" y="0"/>
                  </a:lnTo>
                  <a:lnTo>
                    <a:pt x="6355959" y="4766970"/>
                  </a:lnTo>
                  <a:lnTo>
                    <a:pt x="0" y="47669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165" name="Google Shape;165;p2"/>
            <p:cNvCxnSpPr/>
            <p:nvPr/>
          </p:nvCxnSpPr>
          <p:spPr>
            <a:xfrm>
              <a:off x="27517212" y="5800686"/>
              <a:ext cx="196531" cy="733462"/>
            </a:xfrm>
            <a:prstGeom prst="straightConnector1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66" name="Google Shape;166;p2"/>
            <p:cNvSpPr/>
            <p:nvPr/>
          </p:nvSpPr>
          <p:spPr>
            <a:xfrm rot="9996000">
              <a:off x="25582689" y="7245791"/>
              <a:ext cx="3291276" cy="3291276"/>
            </a:xfrm>
            <a:custGeom>
              <a:rect b="b" l="l" r="r" t="t"/>
              <a:pathLst>
                <a:path extrusionOk="0" h="3291276" w="3291276">
                  <a:moveTo>
                    <a:pt x="2658041" y="3291276"/>
                  </a:moveTo>
                  <a:lnTo>
                    <a:pt x="0" y="2658042"/>
                  </a:lnTo>
                  <a:lnTo>
                    <a:pt x="633234" y="0"/>
                  </a:lnTo>
                  <a:lnTo>
                    <a:pt x="3291276" y="633235"/>
                  </a:lnTo>
                  <a:lnTo>
                    <a:pt x="2658041" y="3291276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-8695" l="0" r="-8695" t="0"/>
              </a:stretch>
            </a:blipFill>
            <a:ln>
              <a:noFill/>
            </a:ln>
          </p:spPr>
        </p:sp>
        <p:sp>
          <p:nvSpPr>
            <p:cNvPr id="167" name="Google Shape;167;p2"/>
            <p:cNvSpPr txBox="1"/>
            <p:nvPr/>
          </p:nvSpPr>
          <p:spPr>
            <a:xfrm>
              <a:off x="26236848" y="5638261"/>
              <a:ext cx="2095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7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63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WALMART/ TRACTOR SUPPLY</a:t>
              </a:r>
              <a:endParaRPr/>
            </a:p>
          </p:txBody>
        </p:sp>
        <p:sp>
          <p:nvSpPr>
            <p:cNvPr id="168" name="Google Shape;168;p2"/>
            <p:cNvSpPr txBox="1"/>
            <p:nvPr/>
          </p:nvSpPr>
          <p:spPr>
            <a:xfrm>
              <a:off x="27318622" y="7232426"/>
              <a:ext cx="1483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7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63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CHIEF LADIGA TRAIL</a:t>
              </a:r>
              <a:endParaRPr/>
            </a:p>
          </p:txBody>
        </p:sp>
        <p:grpSp>
          <p:nvGrpSpPr>
            <p:cNvPr id="169" name="Google Shape;169;p2"/>
            <p:cNvGrpSpPr/>
            <p:nvPr/>
          </p:nvGrpSpPr>
          <p:grpSpPr>
            <a:xfrm>
              <a:off x="14844047" y="11624385"/>
              <a:ext cx="1062967" cy="1015041"/>
              <a:chOff x="0" y="0"/>
              <a:chExt cx="812800" cy="776153"/>
            </a:xfrm>
          </p:grpSpPr>
          <p:sp>
            <p:nvSpPr>
              <p:cNvPr id="170" name="Google Shape;170;p2"/>
              <p:cNvSpPr/>
              <p:nvPr/>
            </p:nvSpPr>
            <p:spPr>
              <a:xfrm>
                <a:off x="0" y="0"/>
                <a:ext cx="812800" cy="776153"/>
              </a:xfrm>
              <a:custGeom>
                <a:rect b="b" l="l" r="r" t="t"/>
                <a:pathLst>
                  <a:path extrusionOk="0" h="776153" w="812800">
                    <a:moveTo>
                      <a:pt x="406400" y="0"/>
                    </a:moveTo>
                    <a:cubicBezTo>
                      <a:pt x="181951" y="0"/>
                      <a:pt x="0" y="173748"/>
                      <a:pt x="0" y="388076"/>
                    </a:cubicBezTo>
                    <a:cubicBezTo>
                      <a:pt x="0" y="602405"/>
                      <a:pt x="181951" y="776153"/>
                      <a:pt x="406400" y="776153"/>
                    </a:cubicBezTo>
                    <a:cubicBezTo>
                      <a:pt x="630849" y="776153"/>
                      <a:pt x="812800" y="602405"/>
                      <a:pt x="812800" y="388076"/>
                    </a:cubicBezTo>
                    <a:cubicBezTo>
                      <a:pt x="812800" y="173748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19050">
                <a:solidFill>
                  <a:srgbClr val="E7191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2"/>
              <p:cNvSpPr txBox="1"/>
              <p:nvPr/>
            </p:nvSpPr>
            <p:spPr>
              <a:xfrm>
                <a:off x="76200" y="44189"/>
                <a:ext cx="660400" cy="6591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4775" lIns="34775" spcFirstLastPara="1" rIns="34775" wrap="square" tIns="34775">
                <a:noAutofit/>
              </a:bodyPr>
              <a:lstStyle/>
              <a:p>
                <a:pPr indent="0" lvl="0" marL="0" marR="0" rtl="0" algn="ctr">
                  <a:lnSpc>
                    <a:spcPct val="112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72" name="Google Shape;172;p2"/>
            <p:cNvCxnSpPr/>
            <p:nvPr/>
          </p:nvCxnSpPr>
          <p:spPr>
            <a:xfrm>
              <a:off x="15375530" y="9174572"/>
              <a:ext cx="0" cy="2449813"/>
            </a:xfrm>
            <a:prstGeom prst="straightConnector1">
              <a:avLst/>
            </a:prstGeom>
            <a:noFill/>
            <a:ln cap="rnd" cmpd="sng" w="12700">
              <a:solidFill>
                <a:srgbClr val="E7191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3" name="Google Shape;173;p2"/>
            <p:cNvCxnSpPr/>
            <p:nvPr/>
          </p:nvCxnSpPr>
          <p:spPr>
            <a:xfrm>
              <a:off x="15375530" y="9165876"/>
              <a:ext cx="8236043" cy="8696"/>
            </a:xfrm>
            <a:prstGeom prst="straightConnector1">
              <a:avLst/>
            </a:prstGeom>
            <a:noFill/>
            <a:ln cap="flat" cmpd="sng" w="12700">
              <a:solidFill>
                <a:srgbClr val="E7191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74" name="Google Shape;174;p2"/>
            <p:cNvSpPr/>
            <p:nvPr/>
          </p:nvSpPr>
          <p:spPr>
            <a:xfrm>
              <a:off x="23416323" y="9000864"/>
              <a:ext cx="207211" cy="311010"/>
            </a:xfrm>
            <a:custGeom>
              <a:rect b="b" l="l" r="r" t="t"/>
              <a:pathLst>
                <a:path extrusionOk="0" h="311010" w="207211">
                  <a:moveTo>
                    <a:pt x="0" y="0"/>
                  </a:moveTo>
                  <a:lnTo>
                    <a:pt x="207211" y="0"/>
                  </a:lnTo>
                  <a:lnTo>
                    <a:pt x="207211" y="311010"/>
                  </a:lnTo>
                  <a:lnTo>
                    <a:pt x="0" y="3110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175" name="Google Shape;175;p2"/>
            <p:cNvGrpSpPr/>
            <p:nvPr/>
          </p:nvGrpSpPr>
          <p:grpSpPr>
            <a:xfrm>
              <a:off x="16539258" y="12639426"/>
              <a:ext cx="1283227" cy="1225369"/>
              <a:chOff x="0" y="0"/>
              <a:chExt cx="812800" cy="776153"/>
            </a:xfrm>
          </p:grpSpPr>
          <p:sp>
            <p:nvSpPr>
              <p:cNvPr id="176" name="Google Shape;176;p2"/>
              <p:cNvSpPr/>
              <p:nvPr/>
            </p:nvSpPr>
            <p:spPr>
              <a:xfrm>
                <a:off x="0" y="0"/>
                <a:ext cx="812800" cy="776153"/>
              </a:xfrm>
              <a:custGeom>
                <a:rect b="b" l="l" r="r" t="t"/>
                <a:pathLst>
                  <a:path extrusionOk="0" h="776153" w="812800">
                    <a:moveTo>
                      <a:pt x="406400" y="0"/>
                    </a:moveTo>
                    <a:cubicBezTo>
                      <a:pt x="181951" y="0"/>
                      <a:pt x="0" y="173748"/>
                      <a:pt x="0" y="388076"/>
                    </a:cubicBezTo>
                    <a:cubicBezTo>
                      <a:pt x="0" y="602405"/>
                      <a:pt x="181951" y="776153"/>
                      <a:pt x="406400" y="776153"/>
                    </a:cubicBezTo>
                    <a:cubicBezTo>
                      <a:pt x="630849" y="776153"/>
                      <a:pt x="812800" y="602405"/>
                      <a:pt x="812800" y="388076"/>
                    </a:cubicBezTo>
                    <a:cubicBezTo>
                      <a:pt x="812800" y="173748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19050">
                <a:solidFill>
                  <a:srgbClr val="E7191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2"/>
              <p:cNvSpPr txBox="1"/>
              <p:nvPr/>
            </p:nvSpPr>
            <p:spPr>
              <a:xfrm>
                <a:off x="76200" y="44189"/>
                <a:ext cx="660400" cy="6591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4775" lIns="34775" spcFirstLastPara="1" rIns="34775" wrap="square" tIns="34775">
                <a:noAutofit/>
              </a:bodyPr>
              <a:lstStyle/>
              <a:p>
                <a:pPr indent="0" lvl="0" marL="0" marR="0" rtl="0" algn="ctr">
                  <a:lnSpc>
                    <a:spcPct val="112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78" name="Google Shape;178;p2"/>
            <p:cNvCxnSpPr/>
            <p:nvPr/>
          </p:nvCxnSpPr>
          <p:spPr>
            <a:xfrm>
              <a:off x="17822485" y="13252111"/>
              <a:ext cx="5801049" cy="0"/>
            </a:xfrm>
            <a:prstGeom prst="straightConnector1">
              <a:avLst/>
            </a:prstGeom>
            <a:noFill/>
            <a:ln cap="flat" cmpd="sng" w="12700">
              <a:solidFill>
                <a:srgbClr val="E7191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79" name="Google Shape;179;p2"/>
            <p:cNvSpPr/>
            <p:nvPr/>
          </p:nvSpPr>
          <p:spPr>
            <a:xfrm>
              <a:off x="23416323" y="13096606"/>
              <a:ext cx="207211" cy="311010"/>
            </a:xfrm>
            <a:custGeom>
              <a:rect b="b" l="l" r="r" t="t"/>
              <a:pathLst>
                <a:path extrusionOk="0" h="311010" w="207211">
                  <a:moveTo>
                    <a:pt x="0" y="0"/>
                  </a:moveTo>
                  <a:lnTo>
                    <a:pt x="207211" y="0"/>
                  </a:lnTo>
                  <a:lnTo>
                    <a:pt x="207211" y="311010"/>
                  </a:lnTo>
                  <a:lnTo>
                    <a:pt x="0" y="3110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80" name="Google Shape;180;p2"/>
            <p:cNvSpPr txBox="1"/>
            <p:nvPr/>
          </p:nvSpPr>
          <p:spPr>
            <a:xfrm>
              <a:off x="10956343" y="2060309"/>
              <a:ext cx="12150900" cy="128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574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HEADLEY TRAIL PORCH</a:t>
              </a:r>
              <a:endParaRPr/>
            </a:p>
          </p:txBody>
        </p:sp>
        <p:sp>
          <p:nvSpPr>
            <p:cNvPr id="181" name="Google Shape;181;p2"/>
            <p:cNvSpPr txBox="1"/>
            <p:nvPr/>
          </p:nvSpPr>
          <p:spPr>
            <a:xfrm>
              <a:off x="13560058" y="3189521"/>
              <a:ext cx="6095700" cy="79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477" u="none" cap="none" strike="noStrike">
                  <a:solidFill>
                    <a:srgbClr val="000000"/>
                  </a:solidFill>
                  <a:latin typeface="Oswald"/>
                  <a:ea typeface="Oswald"/>
                  <a:cs typeface="Oswald"/>
                  <a:sym typeface="Oswald"/>
                </a:rPr>
                <a:t>AT HEADLEY FLOWER FARM</a:t>
              </a:r>
              <a:endParaRPr/>
            </a:p>
          </p:txBody>
        </p:sp>
        <p:sp>
          <p:nvSpPr>
            <p:cNvPr id="182" name="Google Shape;182;p2"/>
            <p:cNvSpPr txBox="1"/>
            <p:nvPr/>
          </p:nvSpPr>
          <p:spPr>
            <a:xfrm>
              <a:off x="10879480" y="5251038"/>
              <a:ext cx="2576100" cy="14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5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37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HEADLEY FLOWER </a:t>
              </a:r>
              <a:endParaRPr/>
            </a:p>
            <a:p>
              <a:pPr indent="0" lvl="0" marL="0" marR="0" rtl="0" algn="ctr">
                <a:lnSpc>
                  <a:spcPct val="13995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37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FARM</a:t>
              </a:r>
              <a:endParaRPr/>
            </a:p>
          </p:txBody>
        </p:sp>
        <p:sp>
          <p:nvSpPr>
            <p:cNvPr id="183" name="Google Shape;183;p2"/>
            <p:cNvSpPr txBox="1"/>
            <p:nvPr/>
          </p:nvSpPr>
          <p:spPr>
            <a:xfrm>
              <a:off x="14247722" y="12830716"/>
              <a:ext cx="886500" cy="25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97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TRAIL SHOP</a:t>
              </a:r>
              <a:endParaRPr/>
            </a:p>
          </p:txBody>
        </p:sp>
        <p:sp>
          <p:nvSpPr>
            <p:cNvPr id="184" name="Google Shape;184;p2"/>
            <p:cNvSpPr txBox="1"/>
            <p:nvPr/>
          </p:nvSpPr>
          <p:spPr>
            <a:xfrm rot="2000781">
              <a:off x="13506426" y="8818149"/>
              <a:ext cx="1137350" cy="607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36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FLOWER FIELD</a:t>
              </a:r>
              <a:endParaRPr/>
            </a:p>
          </p:txBody>
        </p:sp>
        <p:sp>
          <p:nvSpPr>
            <p:cNvPr id="185" name="Google Shape;185;p2"/>
            <p:cNvSpPr txBox="1"/>
            <p:nvPr/>
          </p:nvSpPr>
          <p:spPr>
            <a:xfrm rot="2001072">
              <a:off x="11688269" y="10911393"/>
              <a:ext cx="900377" cy="167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15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2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EVENT CENTER</a:t>
              </a:r>
              <a:endParaRPr/>
            </a:p>
          </p:txBody>
        </p:sp>
        <p:sp>
          <p:nvSpPr>
            <p:cNvPr id="186" name="Google Shape;186;p2"/>
            <p:cNvSpPr txBox="1"/>
            <p:nvPr/>
          </p:nvSpPr>
          <p:spPr>
            <a:xfrm rot="2001072">
              <a:off x="11777325" y="10796073"/>
              <a:ext cx="900377" cy="167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15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2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PROPOSED</a:t>
              </a:r>
              <a:endParaRPr/>
            </a:p>
          </p:txBody>
        </p:sp>
        <p:sp>
          <p:nvSpPr>
            <p:cNvPr id="187" name="Google Shape;187;p2"/>
            <p:cNvSpPr txBox="1"/>
            <p:nvPr/>
          </p:nvSpPr>
          <p:spPr>
            <a:xfrm>
              <a:off x="16244826" y="5933031"/>
              <a:ext cx="1137300" cy="99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36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PROPOSED</a:t>
              </a:r>
              <a:endParaRPr/>
            </a:p>
            <a:p>
              <a:pPr indent="0" lvl="0" marL="0" marR="0" rtl="0" algn="ctr">
                <a:lnSpc>
                  <a:spcPct val="1400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36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TINY</a:t>
              </a:r>
              <a:endParaRPr/>
            </a:p>
            <a:p>
              <a:pPr indent="0" lvl="0" marL="0" marR="0" rtl="0" algn="ctr">
                <a:lnSpc>
                  <a:spcPct val="1400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36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HOUSES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3"/>
          <p:cNvGrpSpPr/>
          <p:nvPr/>
        </p:nvGrpSpPr>
        <p:grpSpPr>
          <a:xfrm>
            <a:off x="1470598" y="3218902"/>
            <a:ext cx="15359289" cy="3849196"/>
            <a:chOff x="0" y="0"/>
            <a:chExt cx="20479052" cy="5132262"/>
          </a:xfrm>
        </p:grpSpPr>
        <p:sp>
          <p:nvSpPr>
            <p:cNvPr id="193" name="Google Shape;193;p3"/>
            <p:cNvSpPr/>
            <p:nvPr/>
          </p:nvSpPr>
          <p:spPr>
            <a:xfrm>
              <a:off x="0" y="0"/>
              <a:ext cx="3186332" cy="3272548"/>
            </a:xfrm>
            <a:custGeom>
              <a:rect b="b" l="l" r="r" t="t"/>
              <a:pathLst>
                <a:path extrusionOk="0" h="5688330" w="5538470">
                  <a:moveTo>
                    <a:pt x="0" y="0"/>
                  </a:moveTo>
                  <a:lnTo>
                    <a:pt x="2443480" y="0"/>
                  </a:lnTo>
                  <a:lnTo>
                    <a:pt x="2443480" y="154940"/>
                  </a:lnTo>
                  <a:lnTo>
                    <a:pt x="1988820" y="154940"/>
                  </a:lnTo>
                  <a:lnTo>
                    <a:pt x="1988820" y="2673350"/>
                  </a:lnTo>
                  <a:lnTo>
                    <a:pt x="3547110" y="2673350"/>
                  </a:lnTo>
                  <a:lnTo>
                    <a:pt x="3547110" y="154940"/>
                  </a:lnTo>
                  <a:lnTo>
                    <a:pt x="3086100" y="154940"/>
                  </a:lnTo>
                  <a:lnTo>
                    <a:pt x="3086100" y="0"/>
                  </a:lnTo>
                  <a:lnTo>
                    <a:pt x="5538470" y="0"/>
                  </a:lnTo>
                  <a:lnTo>
                    <a:pt x="5538470" y="154940"/>
                  </a:lnTo>
                  <a:lnTo>
                    <a:pt x="5076190" y="154940"/>
                  </a:lnTo>
                  <a:lnTo>
                    <a:pt x="5076190" y="5533390"/>
                  </a:lnTo>
                  <a:lnTo>
                    <a:pt x="5538470" y="5533390"/>
                  </a:lnTo>
                  <a:lnTo>
                    <a:pt x="5538470" y="5688330"/>
                  </a:lnTo>
                  <a:lnTo>
                    <a:pt x="3086100" y="5688330"/>
                  </a:lnTo>
                  <a:lnTo>
                    <a:pt x="3086100" y="5533390"/>
                  </a:lnTo>
                  <a:lnTo>
                    <a:pt x="3548380" y="5533390"/>
                  </a:lnTo>
                  <a:lnTo>
                    <a:pt x="3548380" y="2884170"/>
                  </a:lnTo>
                  <a:lnTo>
                    <a:pt x="1990090" y="2884170"/>
                  </a:lnTo>
                  <a:lnTo>
                    <a:pt x="1990090" y="5532120"/>
                  </a:lnTo>
                  <a:lnTo>
                    <a:pt x="2444750" y="5532120"/>
                  </a:lnTo>
                  <a:lnTo>
                    <a:pt x="2444750" y="5687060"/>
                  </a:lnTo>
                  <a:lnTo>
                    <a:pt x="0" y="5687060"/>
                  </a:lnTo>
                  <a:lnTo>
                    <a:pt x="0" y="5532120"/>
                  </a:lnTo>
                  <a:lnTo>
                    <a:pt x="462280" y="5532120"/>
                  </a:lnTo>
                  <a:lnTo>
                    <a:pt x="462280" y="154940"/>
                  </a:lnTo>
                  <a:lnTo>
                    <a:pt x="0" y="15494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14987" l="0" r="0" t="-14985"/>
              </a:stretch>
            </a:blipFill>
            <a:ln>
              <a:noFill/>
            </a:ln>
          </p:spPr>
        </p:sp>
        <p:sp>
          <p:nvSpPr>
            <p:cNvPr id="194" name="Google Shape;194;p3"/>
            <p:cNvSpPr/>
            <p:nvPr/>
          </p:nvSpPr>
          <p:spPr>
            <a:xfrm>
              <a:off x="5955148" y="0"/>
              <a:ext cx="3047947" cy="3272541"/>
            </a:xfrm>
            <a:custGeom>
              <a:rect b="b" l="l" r="r" t="t"/>
              <a:pathLst>
                <a:path extrusionOk="0" h="5736590" w="5342890">
                  <a:moveTo>
                    <a:pt x="3336290" y="5581650"/>
                  </a:moveTo>
                  <a:lnTo>
                    <a:pt x="2764790" y="3826510"/>
                  </a:lnTo>
                  <a:lnTo>
                    <a:pt x="1214120" y="3826510"/>
                  </a:lnTo>
                  <a:lnTo>
                    <a:pt x="610870" y="5581650"/>
                  </a:lnTo>
                  <a:lnTo>
                    <a:pt x="1198880" y="5581650"/>
                  </a:lnTo>
                  <a:lnTo>
                    <a:pt x="1198880" y="5736590"/>
                  </a:lnTo>
                  <a:lnTo>
                    <a:pt x="0" y="5736590"/>
                  </a:lnTo>
                  <a:lnTo>
                    <a:pt x="0" y="5581650"/>
                  </a:lnTo>
                  <a:lnTo>
                    <a:pt x="368300" y="5581650"/>
                  </a:lnTo>
                  <a:lnTo>
                    <a:pt x="2366010" y="0"/>
                  </a:lnTo>
                  <a:lnTo>
                    <a:pt x="3008630" y="0"/>
                  </a:lnTo>
                  <a:lnTo>
                    <a:pt x="4982210" y="5581650"/>
                  </a:lnTo>
                  <a:lnTo>
                    <a:pt x="5342890" y="5581650"/>
                  </a:lnTo>
                  <a:lnTo>
                    <a:pt x="5342890" y="5736590"/>
                  </a:lnTo>
                  <a:lnTo>
                    <a:pt x="2781300" y="5736590"/>
                  </a:lnTo>
                  <a:lnTo>
                    <a:pt x="2781300" y="5581650"/>
                  </a:lnTo>
                  <a:lnTo>
                    <a:pt x="3336290" y="5581650"/>
                  </a:lnTo>
                  <a:close/>
                  <a:moveTo>
                    <a:pt x="2020570" y="1518920"/>
                  </a:moveTo>
                  <a:lnTo>
                    <a:pt x="1283970" y="3647440"/>
                  </a:lnTo>
                  <a:lnTo>
                    <a:pt x="2701290" y="3647440"/>
                  </a:lnTo>
                  <a:lnTo>
                    <a:pt x="2020570" y="151892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-19979" l="0" r="0" t="-19979"/>
              </a:stretch>
            </a:blipFill>
            <a:ln>
              <a:noFill/>
            </a:ln>
          </p:spPr>
        </p:sp>
        <p:sp>
          <p:nvSpPr>
            <p:cNvPr id="195" name="Google Shape;195;p3"/>
            <p:cNvSpPr/>
            <p:nvPr/>
          </p:nvSpPr>
          <p:spPr>
            <a:xfrm>
              <a:off x="9156466" y="0"/>
              <a:ext cx="3122766" cy="3271817"/>
            </a:xfrm>
            <a:custGeom>
              <a:rect b="b" l="l" r="r" t="t"/>
              <a:pathLst>
                <a:path extrusionOk="0" h="5687060" w="5427980">
                  <a:moveTo>
                    <a:pt x="5427980" y="2745740"/>
                  </a:moveTo>
                  <a:cubicBezTo>
                    <a:pt x="5427980" y="3862070"/>
                    <a:pt x="5124450" y="4639310"/>
                    <a:pt x="4519930" y="5077460"/>
                  </a:cubicBezTo>
                  <a:cubicBezTo>
                    <a:pt x="3961130" y="5483860"/>
                    <a:pt x="3194050" y="5687060"/>
                    <a:pt x="2217420" y="5687060"/>
                  </a:cubicBezTo>
                  <a:lnTo>
                    <a:pt x="0" y="5687060"/>
                  </a:lnTo>
                  <a:lnTo>
                    <a:pt x="0" y="5532120"/>
                  </a:lnTo>
                  <a:lnTo>
                    <a:pt x="516890" y="5532120"/>
                  </a:lnTo>
                  <a:lnTo>
                    <a:pt x="516890" y="154940"/>
                  </a:lnTo>
                  <a:lnTo>
                    <a:pt x="0" y="154940"/>
                  </a:lnTo>
                  <a:lnTo>
                    <a:pt x="0" y="0"/>
                  </a:lnTo>
                  <a:lnTo>
                    <a:pt x="2420620" y="0"/>
                  </a:lnTo>
                  <a:cubicBezTo>
                    <a:pt x="3422650" y="0"/>
                    <a:pt x="4175760" y="212090"/>
                    <a:pt x="4676140" y="637540"/>
                  </a:cubicBezTo>
                  <a:cubicBezTo>
                    <a:pt x="5177790" y="1062990"/>
                    <a:pt x="5427980" y="1765300"/>
                    <a:pt x="5427980" y="2745740"/>
                  </a:cubicBezTo>
                  <a:close/>
                  <a:moveTo>
                    <a:pt x="2044700" y="5532120"/>
                  </a:moveTo>
                  <a:lnTo>
                    <a:pt x="2341880" y="5532120"/>
                  </a:lnTo>
                  <a:cubicBezTo>
                    <a:pt x="2868930" y="5532120"/>
                    <a:pt x="3246120" y="5339080"/>
                    <a:pt x="3473450" y="4951730"/>
                  </a:cubicBezTo>
                  <a:cubicBezTo>
                    <a:pt x="3700780" y="4564380"/>
                    <a:pt x="3813810" y="3915410"/>
                    <a:pt x="3813810" y="3006090"/>
                  </a:cubicBezTo>
                  <a:lnTo>
                    <a:pt x="3813810" y="2534920"/>
                  </a:lnTo>
                  <a:cubicBezTo>
                    <a:pt x="3813810" y="1315720"/>
                    <a:pt x="3589020" y="582930"/>
                    <a:pt x="3140710" y="332740"/>
                  </a:cubicBezTo>
                  <a:cubicBezTo>
                    <a:pt x="2926080" y="213360"/>
                    <a:pt x="2623820" y="153670"/>
                    <a:pt x="2232660" y="153670"/>
                  </a:cubicBezTo>
                  <a:lnTo>
                    <a:pt x="2044700" y="153670"/>
                  </a:lnTo>
                  <a:lnTo>
                    <a:pt x="2044700" y="553212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-3455" l="0" r="0" t="-3455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15006059" y="0"/>
              <a:ext cx="2509757" cy="3272548"/>
            </a:xfrm>
            <a:custGeom>
              <a:rect b="b" l="l" r="r" t="t"/>
              <a:pathLst>
                <a:path extrusionOk="0" h="5688330" w="4362450">
                  <a:moveTo>
                    <a:pt x="0" y="0"/>
                  </a:moveTo>
                  <a:lnTo>
                    <a:pt x="4072890" y="0"/>
                  </a:lnTo>
                  <a:lnTo>
                    <a:pt x="4151630" y="1609090"/>
                  </a:lnTo>
                  <a:lnTo>
                    <a:pt x="4010660" y="1609090"/>
                  </a:lnTo>
                  <a:cubicBezTo>
                    <a:pt x="3790950" y="1061720"/>
                    <a:pt x="3561080" y="687070"/>
                    <a:pt x="3321050" y="483870"/>
                  </a:cubicBezTo>
                  <a:cubicBezTo>
                    <a:pt x="3081020" y="280670"/>
                    <a:pt x="2727960" y="179070"/>
                    <a:pt x="2263140" y="179070"/>
                  </a:cubicBezTo>
                  <a:lnTo>
                    <a:pt x="1988820" y="179070"/>
                  </a:lnTo>
                  <a:lnTo>
                    <a:pt x="1988820" y="2689860"/>
                  </a:lnTo>
                  <a:lnTo>
                    <a:pt x="2255520" y="2689860"/>
                  </a:lnTo>
                  <a:cubicBezTo>
                    <a:pt x="2500630" y="2689860"/>
                    <a:pt x="2707640" y="2593340"/>
                    <a:pt x="2874010" y="2401570"/>
                  </a:cubicBezTo>
                  <a:cubicBezTo>
                    <a:pt x="3041650" y="2209800"/>
                    <a:pt x="3158490" y="1950720"/>
                    <a:pt x="3227070" y="1625600"/>
                  </a:cubicBezTo>
                  <a:lnTo>
                    <a:pt x="3345180" y="1625600"/>
                  </a:lnTo>
                  <a:lnTo>
                    <a:pt x="3345180" y="4030980"/>
                  </a:lnTo>
                  <a:lnTo>
                    <a:pt x="3211830" y="4030980"/>
                  </a:lnTo>
                  <a:cubicBezTo>
                    <a:pt x="3117850" y="3624580"/>
                    <a:pt x="2990850" y="3335020"/>
                    <a:pt x="2832100" y="3162300"/>
                  </a:cubicBezTo>
                  <a:cubicBezTo>
                    <a:pt x="2673350" y="2989580"/>
                    <a:pt x="2454910" y="2901950"/>
                    <a:pt x="2178050" y="2901950"/>
                  </a:cubicBezTo>
                  <a:lnTo>
                    <a:pt x="1990090" y="2901950"/>
                  </a:lnTo>
                  <a:lnTo>
                    <a:pt x="1990090" y="5509260"/>
                  </a:lnTo>
                  <a:lnTo>
                    <a:pt x="2287270" y="5509260"/>
                  </a:lnTo>
                  <a:cubicBezTo>
                    <a:pt x="2767330" y="5509260"/>
                    <a:pt x="3176270" y="5360670"/>
                    <a:pt x="3512820" y="5062220"/>
                  </a:cubicBezTo>
                  <a:cubicBezTo>
                    <a:pt x="3849370" y="4765040"/>
                    <a:pt x="4080510" y="4382770"/>
                    <a:pt x="4206240" y="3916680"/>
                  </a:cubicBezTo>
                  <a:lnTo>
                    <a:pt x="4362450" y="3916680"/>
                  </a:lnTo>
                  <a:lnTo>
                    <a:pt x="4300220" y="5688330"/>
                  </a:lnTo>
                  <a:lnTo>
                    <a:pt x="0" y="5688330"/>
                  </a:lnTo>
                  <a:lnTo>
                    <a:pt x="0" y="5509260"/>
                  </a:lnTo>
                  <a:lnTo>
                    <a:pt x="462280" y="5509260"/>
                  </a:lnTo>
                  <a:lnTo>
                    <a:pt x="462280" y="179070"/>
                  </a:lnTo>
                  <a:lnTo>
                    <a:pt x="0" y="1790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7620" l="0" r="0" t="-762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3"/>
            <p:cNvSpPr/>
            <p:nvPr/>
          </p:nvSpPr>
          <p:spPr>
            <a:xfrm>
              <a:off x="17770133" y="0"/>
              <a:ext cx="2708919" cy="3271817"/>
            </a:xfrm>
            <a:custGeom>
              <a:rect b="b" l="l" r="r" t="t"/>
              <a:pathLst>
                <a:path extrusionOk="0" h="4683760" w="3877945">
                  <a:moveTo>
                    <a:pt x="3877945" y="0"/>
                  </a:moveTo>
                  <a:cubicBezTo>
                    <a:pt x="3753993" y="55118"/>
                    <a:pt x="3567938" y="172212"/>
                    <a:pt x="3306191" y="626745"/>
                  </a:cubicBezTo>
                  <a:lnTo>
                    <a:pt x="2438273" y="2128266"/>
                  </a:lnTo>
                  <a:lnTo>
                    <a:pt x="2438273" y="3960495"/>
                  </a:lnTo>
                  <a:cubicBezTo>
                    <a:pt x="2438273" y="4483989"/>
                    <a:pt x="2596642" y="4628642"/>
                    <a:pt x="2851531" y="4683760"/>
                  </a:cubicBezTo>
                  <a:lnTo>
                    <a:pt x="1198499" y="4683760"/>
                  </a:lnTo>
                  <a:cubicBezTo>
                    <a:pt x="1453388" y="4628642"/>
                    <a:pt x="1611757" y="4483989"/>
                    <a:pt x="1611757" y="3960495"/>
                  </a:cubicBezTo>
                  <a:lnTo>
                    <a:pt x="1611757" y="2431415"/>
                  </a:lnTo>
                  <a:lnTo>
                    <a:pt x="571627" y="626745"/>
                  </a:lnTo>
                  <a:cubicBezTo>
                    <a:pt x="310007" y="172212"/>
                    <a:pt x="123952" y="55118"/>
                    <a:pt x="0" y="0"/>
                  </a:cubicBezTo>
                  <a:lnTo>
                    <a:pt x="1577340" y="0"/>
                  </a:lnTo>
                  <a:cubicBezTo>
                    <a:pt x="1322451" y="55118"/>
                    <a:pt x="1267333" y="172212"/>
                    <a:pt x="1529080" y="626745"/>
                  </a:cubicBezTo>
                  <a:lnTo>
                    <a:pt x="2259203" y="1894078"/>
                  </a:lnTo>
                  <a:lnTo>
                    <a:pt x="2982468" y="626745"/>
                  </a:lnTo>
                  <a:cubicBezTo>
                    <a:pt x="3244215" y="172085"/>
                    <a:pt x="3133979" y="54991"/>
                    <a:pt x="2803398" y="0"/>
                  </a:cubicBezTo>
                  <a:lnTo>
                    <a:pt x="3877945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-12206" l="0" r="0" t="-12206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3325458" y="0"/>
              <a:ext cx="2509757" cy="3272548"/>
            </a:xfrm>
            <a:custGeom>
              <a:rect b="b" l="l" r="r" t="t"/>
              <a:pathLst>
                <a:path extrusionOk="0" h="5688330" w="4362450">
                  <a:moveTo>
                    <a:pt x="0" y="0"/>
                  </a:moveTo>
                  <a:lnTo>
                    <a:pt x="4072890" y="0"/>
                  </a:lnTo>
                  <a:lnTo>
                    <a:pt x="4151630" y="1609090"/>
                  </a:lnTo>
                  <a:lnTo>
                    <a:pt x="4010660" y="1609090"/>
                  </a:lnTo>
                  <a:cubicBezTo>
                    <a:pt x="3790950" y="1061720"/>
                    <a:pt x="3561080" y="687070"/>
                    <a:pt x="3321050" y="483870"/>
                  </a:cubicBezTo>
                  <a:cubicBezTo>
                    <a:pt x="3081020" y="280670"/>
                    <a:pt x="2727960" y="179070"/>
                    <a:pt x="2263140" y="179070"/>
                  </a:cubicBezTo>
                  <a:lnTo>
                    <a:pt x="1988820" y="179070"/>
                  </a:lnTo>
                  <a:lnTo>
                    <a:pt x="1988820" y="2689860"/>
                  </a:lnTo>
                  <a:lnTo>
                    <a:pt x="2255520" y="2689860"/>
                  </a:lnTo>
                  <a:cubicBezTo>
                    <a:pt x="2500630" y="2689860"/>
                    <a:pt x="2707640" y="2593340"/>
                    <a:pt x="2874010" y="2401570"/>
                  </a:cubicBezTo>
                  <a:cubicBezTo>
                    <a:pt x="3041650" y="2209800"/>
                    <a:pt x="3158490" y="1950720"/>
                    <a:pt x="3227070" y="1625600"/>
                  </a:cubicBezTo>
                  <a:lnTo>
                    <a:pt x="3345180" y="1625600"/>
                  </a:lnTo>
                  <a:lnTo>
                    <a:pt x="3345180" y="4030980"/>
                  </a:lnTo>
                  <a:lnTo>
                    <a:pt x="3211830" y="4030980"/>
                  </a:lnTo>
                  <a:cubicBezTo>
                    <a:pt x="3117850" y="3624580"/>
                    <a:pt x="2990850" y="3335020"/>
                    <a:pt x="2832100" y="3162300"/>
                  </a:cubicBezTo>
                  <a:cubicBezTo>
                    <a:pt x="2673350" y="2989580"/>
                    <a:pt x="2454910" y="2901950"/>
                    <a:pt x="2178050" y="2901950"/>
                  </a:cubicBezTo>
                  <a:lnTo>
                    <a:pt x="1990090" y="2901950"/>
                  </a:lnTo>
                  <a:lnTo>
                    <a:pt x="1990090" y="5509260"/>
                  </a:lnTo>
                  <a:lnTo>
                    <a:pt x="2287270" y="5509260"/>
                  </a:lnTo>
                  <a:cubicBezTo>
                    <a:pt x="2767330" y="5509260"/>
                    <a:pt x="3176270" y="5360670"/>
                    <a:pt x="3512820" y="5062220"/>
                  </a:cubicBezTo>
                  <a:cubicBezTo>
                    <a:pt x="3849370" y="4765040"/>
                    <a:pt x="4080510" y="4382770"/>
                    <a:pt x="4206240" y="3916680"/>
                  </a:cubicBezTo>
                  <a:lnTo>
                    <a:pt x="4362450" y="3916680"/>
                  </a:lnTo>
                  <a:lnTo>
                    <a:pt x="4300220" y="5688330"/>
                  </a:lnTo>
                  <a:lnTo>
                    <a:pt x="0" y="5688330"/>
                  </a:lnTo>
                  <a:lnTo>
                    <a:pt x="0" y="5509260"/>
                  </a:lnTo>
                  <a:lnTo>
                    <a:pt x="462280" y="5509260"/>
                  </a:lnTo>
                  <a:lnTo>
                    <a:pt x="462280" y="179070"/>
                  </a:lnTo>
                  <a:lnTo>
                    <a:pt x="0" y="1790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-1187" l="0" r="0" t="-1188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3"/>
            <p:cNvSpPr/>
            <p:nvPr/>
          </p:nvSpPr>
          <p:spPr>
            <a:xfrm>
              <a:off x="12167682" y="0"/>
              <a:ext cx="2473955" cy="3271817"/>
            </a:xfrm>
            <a:custGeom>
              <a:rect b="b" l="l" r="r" t="t"/>
              <a:pathLst>
                <a:path extrusionOk="0" h="5687060" w="4300220">
                  <a:moveTo>
                    <a:pt x="0" y="0"/>
                  </a:moveTo>
                  <a:lnTo>
                    <a:pt x="2819400" y="0"/>
                  </a:lnTo>
                  <a:lnTo>
                    <a:pt x="2819400" y="179070"/>
                  </a:lnTo>
                  <a:lnTo>
                    <a:pt x="1988820" y="179070"/>
                  </a:lnTo>
                  <a:lnTo>
                    <a:pt x="1988820" y="5509260"/>
                  </a:lnTo>
                  <a:lnTo>
                    <a:pt x="2270760" y="5509260"/>
                  </a:lnTo>
                  <a:cubicBezTo>
                    <a:pt x="2713990" y="5509260"/>
                    <a:pt x="3068320" y="5368290"/>
                    <a:pt x="3332480" y="5086350"/>
                  </a:cubicBezTo>
                  <a:cubicBezTo>
                    <a:pt x="3596640" y="4804410"/>
                    <a:pt x="3863340" y="4371340"/>
                    <a:pt x="4135120" y="3785870"/>
                  </a:cubicBezTo>
                  <a:lnTo>
                    <a:pt x="4300220" y="3785870"/>
                  </a:lnTo>
                  <a:lnTo>
                    <a:pt x="4151630" y="5687060"/>
                  </a:lnTo>
                  <a:lnTo>
                    <a:pt x="0" y="5687060"/>
                  </a:lnTo>
                  <a:lnTo>
                    <a:pt x="0" y="5507990"/>
                  </a:lnTo>
                  <a:lnTo>
                    <a:pt x="462280" y="5507990"/>
                  </a:lnTo>
                  <a:lnTo>
                    <a:pt x="462280" y="179070"/>
                  </a:lnTo>
                  <a:lnTo>
                    <a:pt x="0" y="1790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-468" l="0" r="0" t="-469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3"/>
            <p:cNvSpPr txBox="1"/>
            <p:nvPr/>
          </p:nvSpPr>
          <p:spPr>
            <a:xfrm>
              <a:off x="5906927" y="3287666"/>
              <a:ext cx="8553726" cy="13010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846" u="none" cap="none" strike="noStrike">
                  <a:solidFill>
                    <a:srgbClr val="FFFFF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FLOWER FARM</a:t>
              </a:r>
              <a:endParaRPr/>
            </a:p>
          </p:txBody>
        </p:sp>
        <p:sp>
          <p:nvSpPr>
            <p:cNvPr id="201" name="Google Shape;201;p3"/>
            <p:cNvSpPr txBox="1"/>
            <p:nvPr/>
          </p:nvSpPr>
          <p:spPr>
            <a:xfrm>
              <a:off x="14364317" y="4648653"/>
              <a:ext cx="5756360" cy="4836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2" u="none" cap="none" strike="noStrike">
                  <a:solidFill>
                    <a:srgbClr val="FFFFF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CUSTOM ARRANGEMENTS </a:t>
              </a:r>
              <a:endParaRPr/>
            </a:p>
          </p:txBody>
        </p:sp>
        <p:sp>
          <p:nvSpPr>
            <p:cNvPr id="202" name="Google Shape;202;p3"/>
            <p:cNvSpPr txBox="1"/>
            <p:nvPr/>
          </p:nvSpPr>
          <p:spPr>
            <a:xfrm>
              <a:off x="133111" y="4648653"/>
              <a:ext cx="4239396" cy="4836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2" u="none" cap="none" strike="noStrike">
                  <a:solidFill>
                    <a:srgbClr val="FFFFF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WEDDING FLORALS</a:t>
              </a:r>
              <a:endParaRPr/>
            </a:p>
          </p:txBody>
        </p:sp>
        <p:sp>
          <p:nvSpPr>
            <p:cNvPr id="203" name="Google Shape;203;p3"/>
            <p:cNvSpPr txBox="1"/>
            <p:nvPr/>
          </p:nvSpPr>
          <p:spPr>
            <a:xfrm>
              <a:off x="7128059" y="4648653"/>
              <a:ext cx="5761914" cy="4836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92" u="none" cap="none" strike="noStrike">
                  <a:solidFill>
                    <a:srgbClr val="FFFFFF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BOUQUET SUBSCRIPTIONS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